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762109-0512-49EB-9A7F-0BF90B6B2EB6}" v="4297" dt="2026-05-10T17:48:33.820"/>
    <p1510:client id="{918DEE19-7514-758C-0569-73CAE5B8B648}" v="20" dt="2026-05-11T06:44:55.990"/>
    <p1510:client id="{BE10A5AA-2037-4700-A53F-E2E6921DEFFB}" v="9" dt="2026-05-11T10:46:06.34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Tío Vallejo" userId="5f7cebeb295394ec" providerId="Windows Live" clId="Web-{918DEE19-7514-758C-0569-73CAE5B8B648}"/>
    <pc:docChg chg="modSld">
      <pc:chgData name="David Tío Vallejo" userId="5f7cebeb295394ec" providerId="Windows Live" clId="Web-{918DEE19-7514-758C-0569-73CAE5B8B648}" dt="2026-05-11T06:44:55.599" v="14" actId="20577"/>
      <pc:docMkLst>
        <pc:docMk/>
      </pc:docMkLst>
      <pc:sldChg chg="modSp">
        <pc:chgData name="David Tío Vallejo" userId="5f7cebeb295394ec" providerId="Windows Live" clId="Web-{918DEE19-7514-758C-0569-73CAE5B8B648}" dt="2026-05-11T06:43:24.534" v="6" actId="20577"/>
        <pc:sldMkLst>
          <pc:docMk/>
          <pc:sldMk cId="3551896583" sldId="257"/>
        </pc:sldMkLst>
        <pc:spChg chg="mod">
          <ac:chgData name="David Tío Vallejo" userId="5f7cebeb295394ec" providerId="Windows Live" clId="Web-{918DEE19-7514-758C-0569-73CAE5B8B648}" dt="2026-05-11T06:43:24.534" v="6" actId="20577"/>
          <ac:spMkLst>
            <pc:docMk/>
            <pc:sldMk cId="3551896583" sldId="257"/>
            <ac:spMk id="3" creationId="{AF621990-ED46-E526-B22D-F34516825BA3}"/>
          </ac:spMkLst>
        </pc:spChg>
      </pc:sldChg>
      <pc:sldChg chg="modSp">
        <pc:chgData name="David Tío Vallejo" userId="5f7cebeb295394ec" providerId="Windows Live" clId="Web-{918DEE19-7514-758C-0569-73CAE5B8B648}" dt="2026-05-11T06:43:42.706" v="7" actId="20577"/>
        <pc:sldMkLst>
          <pc:docMk/>
          <pc:sldMk cId="2718681776" sldId="258"/>
        </pc:sldMkLst>
        <pc:spChg chg="mod">
          <ac:chgData name="David Tío Vallejo" userId="5f7cebeb295394ec" providerId="Windows Live" clId="Web-{918DEE19-7514-758C-0569-73CAE5B8B648}" dt="2026-05-11T06:43:42.706" v="7" actId="20577"/>
          <ac:spMkLst>
            <pc:docMk/>
            <pc:sldMk cId="2718681776" sldId="258"/>
            <ac:spMk id="2" creationId="{2F1BDD33-6AD2-AAC8-2B77-F11377E18F0A}"/>
          </ac:spMkLst>
        </pc:spChg>
        <pc:spChg chg="mod">
          <ac:chgData name="David Tío Vallejo" userId="5f7cebeb295394ec" providerId="Windows Live" clId="Web-{918DEE19-7514-758C-0569-73CAE5B8B648}" dt="2026-05-11T06:43:08.627" v="2" actId="20577"/>
          <ac:spMkLst>
            <pc:docMk/>
            <pc:sldMk cId="2718681776" sldId="258"/>
            <ac:spMk id="3" creationId="{BBBB3187-94A4-BC92-DF67-CF287733EC53}"/>
          </ac:spMkLst>
        </pc:spChg>
      </pc:sldChg>
      <pc:sldChg chg="modSp">
        <pc:chgData name="David Tío Vallejo" userId="5f7cebeb295394ec" providerId="Windows Live" clId="Web-{918DEE19-7514-758C-0569-73CAE5B8B648}" dt="2026-05-11T06:44:55.599" v="14" actId="20577"/>
        <pc:sldMkLst>
          <pc:docMk/>
          <pc:sldMk cId="93335107" sldId="259"/>
        </pc:sldMkLst>
        <pc:spChg chg="mod">
          <ac:chgData name="David Tío Vallejo" userId="5f7cebeb295394ec" providerId="Windows Live" clId="Web-{918DEE19-7514-758C-0569-73CAE5B8B648}" dt="2026-05-11T06:44:37.207" v="11" actId="20577"/>
          <ac:spMkLst>
            <pc:docMk/>
            <pc:sldMk cId="93335107" sldId="259"/>
            <ac:spMk id="2" creationId="{22705305-8169-01BD-0C8F-854B46C87851}"/>
          </ac:spMkLst>
        </pc:spChg>
        <pc:spChg chg="mod">
          <ac:chgData name="David Tío Vallejo" userId="5f7cebeb295394ec" providerId="Windows Live" clId="Web-{918DEE19-7514-758C-0569-73CAE5B8B648}" dt="2026-05-11T06:44:55.599" v="14" actId="20577"/>
          <ac:spMkLst>
            <pc:docMk/>
            <pc:sldMk cId="93335107" sldId="259"/>
            <ac:spMk id="15" creationId="{A1248FE4-956C-F6A0-042C-6C08A141FB4C}"/>
          </ac:spMkLst>
        </pc:spChg>
      </pc:sldChg>
      <pc:sldChg chg="modSp">
        <pc:chgData name="David Tío Vallejo" userId="5f7cebeb295394ec" providerId="Windows Live" clId="Web-{918DEE19-7514-758C-0569-73CAE5B8B648}" dt="2026-05-11T06:44:13.160" v="10" actId="20577"/>
        <pc:sldMkLst>
          <pc:docMk/>
          <pc:sldMk cId="1800844978" sldId="263"/>
        </pc:sldMkLst>
        <pc:spChg chg="mod">
          <ac:chgData name="David Tío Vallejo" userId="5f7cebeb295394ec" providerId="Windows Live" clId="Web-{918DEE19-7514-758C-0569-73CAE5B8B648}" dt="2026-05-11T06:44:13.160" v="10" actId="20577"/>
          <ac:spMkLst>
            <pc:docMk/>
            <pc:sldMk cId="1800844978" sldId="263"/>
            <ac:spMk id="3" creationId="{A284B61D-07F8-2F5B-770C-1953131CEABB}"/>
          </ac:spMkLst>
        </pc:spChg>
      </pc:sldChg>
      <pc:sldChg chg="modSp">
        <pc:chgData name="David Tío Vallejo" userId="5f7cebeb295394ec" providerId="Windows Live" clId="Web-{918DEE19-7514-758C-0569-73CAE5B8B648}" dt="2026-05-11T06:42:54.736" v="1" actId="20577"/>
        <pc:sldMkLst>
          <pc:docMk/>
          <pc:sldMk cId="4069431217" sldId="265"/>
        </pc:sldMkLst>
        <pc:spChg chg="mod">
          <ac:chgData name="David Tío Vallejo" userId="5f7cebeb295394ec" providerId="Windows Live" clId="Web-{918DEE19-7514-758C-0569-73CAE5B8B648}" dt="2026-05-11T06:42:54.736" v="1" actId="20577"/>
          <ac:spMkLst>
            <pc:docMk/>
            <pc:sldMk cId="4069431217" sldId="265"/>
            <ac:spMk id="3" creationId="{C177925B-5597-120B-F608-6B295BE127AC}"/>
          </ac:spMkLst>
        </pc:spChg>
      </pc:sldChg>
    </pc:docChg>
  </pc:docChgLst>
  <pc:docChgLst>
    <pc:chgData name="David Tío Vallejo" userId="5f7cebeb295394ec" providerId="Windows Live" clId="Web-{44762109-0512-49EB-9A7F-0BF90B6B2EB6}"/>
    <pc:docChg chg="addSld modSld addMainMaster delMainMaster">
      <pc:chgData name="David Tío Vallejo" userId="5f7cebeb295394ec" providerId="Windows Live" clId="Web-{44762109-0512-49EB-9A7F-0BF90B6B2EB6}" dt="2026-05-10T17:48:30.492" v="4041"/>
      <pc:docMkLst>
        <pc:docMk/>
      </pc:docMkLst>
      <pc:sldChg chg="addSp modSp mod setBg modClrScheme setClrOvrMap chgLayout">
        <pc:chgData name="David Tío Vallejo" userId="5f7cebeb295394ec" providerId="Windows Live" clId="Web-{44762109-0512-49EB-9A7F-0BF90B6B2EB6}" dt="2026-05-10T16:33:38.423" v="15"/>
        <pc:sldMkLst>
          <pc:docMk/>
          <pc:sldMk cId="2406273178" sldId="256"/>
        </pc:sldMkLst>
        <pc:spChg chg="mod">
          <ac:chgData name="David Tío Vallejo" userId="5f7cebeb295394ec" providerId="Windows Live" clId="Web-{44762109-0512-49EB-9A7F-0BF90B6B2EB6}" dt="2026-05-10T16:33:38.423" v="15"/>
          <ac:spMkLst>
            <pc:docMk/>
            <pc:sldMk cId="2406273178" sldId="256"/>
            <ac:spMk id="2" creationId="{00000000-0000-0000-0000-000000000000}"/>
          </ac:spMkLst>
        </pc:spChg>
        <pc:spChg chg="mod">
          <ac:chgData name="David Tío Vallejo" userId="5f7cebeb295394ec" providerId="Windows Live" clId="Web-{44762109-0512-49EB-9A7F-0BF90B6B2EB6}" dt="2026-05-10T16:33:38.423" v="15"/>
          <ac:spMkLst>
            <pc:docMk/>
            <pc:sldMk cId="2406273178" sldId="256"/>
            <ac:spMk id="3" creationId="{00000000-0000-0000-0000-000000000000}"/>
          </ac:spMkLst>
        </pc:spChg>
        <pc:spChg chg="add">
          <ac:chgData name="David Tío Vallejo" userId="5f7cebeb295394ec" providerId="Windows Live" clId="Web-{44762109-0512-49EB-9A7F-0BF90B6B2EB6}" dt="2026-05-10T16:33:38.423" v="15"/>
          <ac:spMkLst>
            <pc:docMk/>
            <pc:sldMk cId="2406273178" sldId="256"/>
            <ac:spMk id="9" creationId="{B7E2F724-2FB3-4D1D-A730-739B8654C030}"/>
          </ac:spMkLst>
        </pc:spChg>
        <pc:spChg chg="add">
          <ac:chgData name="David Tío Vallejo" userId="5f7cebeb295394ec" providerId="Windows Live" clId="Web-{44762109-0512-49EB-9A7F-0BF90B6B2EB6}" dt="2026-05-10T16:33:38.423" v="15"/>
          <ac:spMkLst>
            <pc:docMk/>
            <pc:sldMk cId="2406273178" sldId="256"/>
            <ac:spMk id="11" creationId="{B2C335F7-F61C-4EB4-80F2-4B1438FE66BB}"/>
          </ac:spMkLst>
        </pc:spChg>
        <pc:picChg chg="add">
          <ac:chgData name="David Tío Vallejo" userId="5f7cebeb295394ec" providerId="Windows Live" clId="Web-{44762109-0512-49EB-9A7F-0BF90B6B2EB6}" dt="2026-05-10T16:33:38.423" v="15"/>
          <ac:picMkLst>
            <pc:docMk/>
            <pc:sldMk cId="2406273178" sldId="256"/>
            <ac:picMk id="4" creationId="{A06050C4-705A-AE96-A2B0-E71C79FB4A22}"/>
          </ac:picMkLst>
        </pc:picChg>
      </pc:sldChg>
      <pc:sldChg chg="addSp delSp modSp new mod setBg">
        <pc:chgData name="David Tío Vallejo" userId="5f7cebeb295394ec" providerId="Windows Live" clId="Web-{44762109-0512-49EB-9A7F-0BF90B6B2EB6}" dt="2026-05-10T16:43:00.482" v="897"/>
        <pc:sldMkLst>
          <pc:docMk/>
          <pc:sldMk cId="3551896583" sldId="257"/>
        </pc:sldMkLst>
        <pc:spChg chg="mod">
          <ac:chgData name="David Tío Vallejo" userId="5f7cebeb295394ec" providerId="Windows Live" clId="Web-{44762109-0512-49EB-9A7F-0BF90B6B2EB6}" dt="2026-05-10T16:43:00.482" v="897"/>
          <ac:spMkLst>
            <pc:docMk/>
            <pc:sldMk cId="3551896583" sldId="257"/>
            <ac:spMk id="2" creationId="{BAFD2C93-0752-2EC0-CCCC-F47D8A46271A}"/>
          </ac:spMkLst>
        </pc:spChg>
        <pc:spChg chg="mod">
          <ac:chgData name="David Tío Vallejo" userId="5f7cebeb295394ec" providerId="Windows Live" clId="Web-{44762109-0512-49EB-9A7F-0BF90B6B2EB6}" dt="2026-05-10T16:43:00.482" v="897"/>
          <ac:spMkLst>
            <pc:docMk/>
            <pc:sldMk cId="3551896583" sldId="257"/>
            <ac:spMk id="3" creationId="{AF621990-ED46-E526-B22D-F34516825BA3}"/>
          </ac:spMkLst>
        </pc:spChg>
        <pc:spChg chg="add del">
          <ac:chgData name="David Tío Vallejo" userId="5f7cebeb295394ec" providerId="Windows Live" clId="Web-{44762109-0512-49EB-9A7F-0BF90B6B2EB6}" dt="2026-05-10T16:43:00.482" v="897"/>
          <ac:spMkLst>
            <pc:docMk/>
            <pc:sldMk cId="3551896583" sldId="257"/>
            <ac:spMk id="8" creationId="{E1ABDA4C-062F-4E88-A079-2279A6477C12}"/>
          </ac:spMkLst>
        </pc:spChg>
        <pc:spChg chg="add del">
          <ac:chgData name="David Tío Vallejo" userId="5f7cebeb295394ec" providerId="Windows Live" clId="Web-{44762109-0512-49EB-9A7F-0BF90B6B2EB6}" dt="2026-05-10T16:43:00.482" v="897"/>
          <ac:spMkLst>
            <pc:docMk/>
            <pc:sldMk cId="3551896583" sldId="257"/>
            <ac:spMk id="10" creationId="{887F59F2-5FBC-40CD-AD35-376AECE49EA6}"/>
          </ac:spMkLst>
        </pc:spChg>
        <pc:spChg chg="add">
          <ac:chgData name="David Tío Vallejo" userId="5f7cebeb295394ec" providerId="Windows Live" clId="Web-{44762109-0512-49EB-9A7F-0BF90B6B2EB6}" dt="2026-05-10T16:43:00.482" v="897"/>
          <ac:spMkLst>
            <pc:docMk/>
            <pc:sldMk cId="3551896583" sldId="257"/>
            <ac:spMk id="15" creationId="{34C0330F-1D4F-4552-B799-615DD237B6DE}"/>
          </ac:spMkLst>
        </pc:spChg>
        <pc:spChg chg="add">
          <ac:chgData name="David Tío Vallejo" userId="5f7cebeb295394ec" providerId="Windows Live" clId="Web-{44762109-0512-49EB-9A7F-0BF90B6B2EB6}" dt="2026-05-10T16:43:00.482" v="897"/>
          <ac:spMkLst>
            <pc:docMk/>
            <pc:sldMk cId="3551896583" sldId="257"/>
            <ac:spMk id="17" creationId="{92BE0106-0C20-465B-A1BE-0BAC2737B1AD}"/>
          </ac:spMkLst>
        </pc:spChg>
        <pc:picChg chg="add mod">
          <ac:chgData name="David Tío Vallejo" userId="5f7cebeb295394ec" providerId="Windows Live" clId="Web-{44762109-0512-49EB-9A7F-0BF90B6B2EB6}" dt="2026-05-10T16:43:00.482" v="897"/>
          <ac:picMkLst>
            <pc:docMk/>
            <pc:sldMk cId="3551896583" sldId="257"/>
            <ac:picMk id="4" creationId="{EFE07298-8F77-CC18-CD7B-B53636E715FF}"/>
          </ac:picMkLst>
        </pc:picChg>
      </pc:sldChg>
      <pc:sldChg chg="addSp modSp new mod setBg">
        <pc:chgData name="David Tío Vallejo" userId="5f7cebeb295394ec" providerId="Windows Live" clId="Web-{44762109-0512-49EB-9A7F-0BF90B6B2EB6}" dt="2026-05-10T16:43:22.998" v="901" actId="20577"/>
        <pc:sldMkLst>
          <pc:docMk/>
          <pc:sldMk cId="2718681776" sldId="258"/>
        </pc:sldMkLst>
        <pc:spChg chg="mod">
          <ac:chgData name="David Tío Vallejo" userId="5f7cebeb295394ec" providerId="Windows Live" clId="Web-{44762109-0512-49EB-9A7F-0BF90B6B2EB6}" dt="2026-05-10T16:42:17.904" v="892"/>
          <ac:spMkLst>
            <pc:docMk/>
            <pc:sldMk cId="2718681776" sldId="258"/>
            <ac:spMk id="2" creationId="{2F1BDD33-6AD2-AAC8-2B77-F11377E18F0A}"/>
          </ac:spMkLst>
        </pc:spChg>
        <pc:spChg chg="mod">
          <ac:chgData name="David Tío Vallejo" userId="5f7cebeb295394ec" providerId="Windows Live" clId="Web-{44762109-0512-49EB-9A7F-0BF90B6B2EB6}" dt="2026-05-10T16:43:22.998" v="901" actId="20577"/>
          <ac:spMkLst>
            <pc:docMk/>
            <pc:sldMk cId="2718681776" sldId="258"/>
            <ac:spMk id="3" creationId="{BBBB3187-94A4-BC92-DF67-CF287733EC53}"/>
          </ac:spMkLst>
        </pc:spChg>
        <pc:spChg chg="add">
          <ac:chgData name="David Tío Vallejo" userId="5f7cebeb295394ec" providerId="Windows Live" clId="Web-{44762109-0512-49EB-9A7F-0BF90B6B2EB6}" dt="2026-05-10T16:42:17.904" v="892"/>
          <ac:spMkLst>
            <pc:docMk/>
            <pc:sldMk cId="2718681776" sldId="258"/>
            <ac:spMk id="8" creationId="{4E17AA97-89A7-45C1-B813-BFF6C23D79E1}"/>
          </ac:spMkLst>
        </pc:spChg>
        <pc:spChg chg="add">
          <ac:chgData name="David Tío Vallejo" userId="5f7cebeb295394ec" providerId="Windows Live" clId="Web-{44762109-0512-49EB-9A7F-0BF90B6B2EB6}" dt="2026-05-10T16:42:17.904" v="892"/>
          <ac:spMkLst>
            <pc:docMk/>
            <pc:sldMk cId="2718681776" sldId="258"/>
            <ac:spMk id="10" creationId="{33AC4FE1-D370-43A6-96C5-076716BB1E76}"/>
          </ac:spMkLst>
        </pc:spChg>
        <pc:spChg chg="add">
          <ac:chgData name="David Tío Vallejo" userId="5f7cebeb295394ec" providerId="Windows Live" clId="Web-{44762109-0512-49EB-9A7F-0BF90B6B2EB6}" dt="2026-05-10T16:42:17.904" v="892"/>
          <ac:spMkLst>
            <pc:docMk/>
            <pc:sldMk cId="2718681776" sldId="258"/>
            <ac:spMk id="12" creationId="{4A3D569D-D3A6-49CA-A483-291E95DACA14}"/>
          </ac:spMkLst>
        </pc:spChg>
        <pc:picChg chg="add mod">
          <ac:chgData name="David Tío Vallejo" userId="5f7cebeb295394ec" providerId="Windows Live" clId="Web-{44762109-0512-49EB-9A7F-0BF90B6B2EB6}" dt="2026-05-10T16:42:36.701" v="895" actId="14100"/>
          <ac:picMkLst>
            <pc:docMk/>
            <pc:sldMk cId="2718681776" sldId="258"/>
            <ac:picMk id="4" creationId="{F32775CA-CFFF-46C2-A4D7-566B216087D7}"/>
          </ac:picMkLst>
        </pc:picChg>
      </pc:sldChg>
      <pc:sldChg chg="addSp delSp modSp new mod setBg">
        <pc:chgData name="David Tío Vallejo" userId="5f7cebeb295394ec" providerId="Windows Live" clId="Web-{44762109-0512-49EB-9A7F-0BF90B6B2EB6}" dt="2026-05-10T16:46:55.918" v="1209" actId="20577"/>
        <pc:sldMkLst>
          <pc:docMk/>
          <pc:sldMk cId="93335107" sldId="259"/>
        </pc:sldMkLst>
        <pc:spChg chg="mod">
          <ac:chgData name="David Tío Vallejo" userId="5f7cebeb295394ec" providerId="Windows Live" clId="Web-{44762109-0512-49EB-9A7F-0BF90B6B2EB6}" dt="2026-05-10T16:44:14.638" v="934"/>
          <ac:spMkLst>
            <pc:docMk/>
            <pc:sldMk cId="93335107" sldId="259"/>
            <ac:spMk id="2" creationId="{22705305-8169-01BD-0C8F-854B46C87851}"/>
          </ac:spMkLst>
        </pc:spChg>
        <pc:spChg chg="add del">
          <ac:chgData name="David Tío Vallejo" userId="5f7cebeb295394ec" providerId="Windows Live" clId="Web-{44762109-0512-49EB-9A7F-0BF90B6B2EB6}" dt="2026-05-10T16:44:14.638" v="934"/>
          <ac:spMkLst>
            <pc:docMk/>
            <pc:sldMk cId="93335107" sldId="259"/>
            <ac:spMk id="3" creationId="{5DED7309-8480-CB25-2C7E-5956E292C71D}"/>
          </ac:spMkLst>
        </pc:spChg>
        <pc:spChg chg="add">
          <ac:chgData name="David Tío Vallejo" userId="5f7cebeb295394ec" providerId="Windows Live" clId="Web-{44762109-0512-49EB-9A7F-0BF90B6B2EB6}" dt="2026-05-10T16:44:14.638" v="934"/>
          <ac:spMkLst>
            <pc:docMk/>
            <pc:sldMk cId="93335107" sldId="259"/>
            <ac:spMk id="7" creationId="{774A975B-A886-5202-0489-6965514A0D14}"/>
          </ac:spMkLst>
        </pc:spChg>
        <pc:spChg chg="add">
          <ac:chgData name="David Tío Vallejo" userId="5f7cebeb295394ec" providerId="Windows Live" clId="Web-{44762109-0512-49EB-9A7F-0BF90B6B2EB6}" dt="2026-05-10T16:44:14.638" v="934"/>
          <ac:spMkLst>
            <pc:docMk/>
            <pc:sldMk cId="93335107" sldId="259"/>
            <ac:spMk id="8" creationId="{EA67E988-5919-57BB-C7DE-D3EAD38A3045}"/>
          </ac:spMkLst>
        </pc:spChg>
        <pc:spChg chg="add">
          <ac:chgData name="David Tío Vallejo" userId="5f7cebeb295394ec" providerId="Windows Live" clId="Web-{44762109-0512-49EB-9A7F-0BF90B6B2EB6}" dt="2026-05-10T16:44:14.638" v="934"/>
          <ac:spMkLst>
            <pc:docMk/>
            <pc:sldMk cId="93335107" sldId="259"/>
            <ac:spMk id="9" creationId="{5820888B-4EA5-E0E8-6D52-7733E1E77451}"/>
          </ac:spMkLst>
        </pc:spChg>
        <pc:spChg chg="add del">
          <ac:chgData name="David Tío Vallejo" userId="5f7cebeb295394ec" providerId="Windows Live" clId="Web-{44762109-0512-49EB-9A7F-0BF90B6B2EB6}" dt="2026-05-10T16:44:10.169" v="933"/>
          <ac:spMkLst>
            <pc:docMk/>
            <pc:sldMk cId="93335107" sldId="259"/>
            <ac:spMk id="10" creationId="{774A975B-A886-5202-0489-6965514A0D14}"/>
          </ac:spMkLst>
        </pc:spChg>
        <pc:spChg chg="add">
          <ac:chgData name="David Tío Vallejo" userId="5f7cebeb295394ec" providerId="Windows Live" clId="Web-{44762109-0512-49EB-9A7F-0BF90B6B2EB6}" dt="2026-05-10T16:44:14.638" v="934"/>
          <ac:spMkLst>
            <pc:docMk/>
            <pc:sldMk cId="93335107" sldId="259"/>
            <ac:spMk id="11" creationId="{06B5A8BF-0680-F9A7-27B1-3971EC934783}"/>
          </ac:spMkLst>
        </pc:spChg>
        <pc:spChg chg="add del">
          <ac:chgData name="David Tío Vallejo" userId="5f7cebeb295394ec" providerId="Windows Live" clId="Web-{44762109-0512-49EB-9A7F-0BF90B6B2EB6}" dt="2026-05-10T16:44:10.169" v="933"/>
          <ac:spMkLst>
            <pc:docMk/>
            <pc:sldMk cId="93335107" sldId="259"/>
            <ac:spMk id="12" creationId="{EA67E988-5919-57BB-C7DE-D3EAD38A3045}"/>
          </ac:spMkLst>
        </pc:spChg>
        <pc:spChg chg="add del">
          <ac:chgData name="David Tío Vallejo" userId="5f7cebeb295394ec" providerId="Windows Live" clId="Web-{44762109-0512-49EB-9A7F-0BF90B6B2EB6}" dt="2026-05-10T16:44:10.169" v="933"/>
          <ac:spMkLst>
            <pc:docMk/>
            <pc:sldMk cId="93335107" sldId="259"/>
            <ac:spMk id="14" creationId="{5820888B-4EA5-E0E8-6D52-7733E1E77451}"/>
          </ac:spMkLst>
        </pc:spChg>
        <pc:spChg chg="add mod">
          <ac:chgData name="David Tío Vallejo" userId="5f7cebeb295394ec" providerId="Windows Live" clId="Web-{44762109-0512-49EB-9A7F-0BF90B6B2EB6}" dt="2026-05-10T16:46:55.918" v="1209" actId="20577"/>
          <ac:spMkLst>
            <pc:docMk/>
            <pc:sldMk cId="93335107" sldId="259"/>
            <ac:spMk id="15" creationId="{A1248FE4-956C-F6A0-042C-6C08A141FB4C}"/>
          </ac:spMkLst>
        </pc:spChg>
        <pc:spChg chg="add del">
          <ac:chgData name="David Tío Vallejo" userId="5f7cebeb295394ec" providerId="Windows Live" clId="Web-{44762109-0512-49EB-9A7F-0BF90B6B2EB6}" dt="2026-05-10T16:44:10.169" v="933"/>
          <ac:spMkLst>
            <pc:docMk/>
            <pc:sldMk cId="93335107" sldId="259"/>
            <ac:spMk id="16" creationId="{06B5A8BF-0680-F9A7-27B1-3971EC934783}"/>
          </ac:spMkLst>
        </pc:spChg>
        <pc:picChg chg="add mod">
          <ac:chgData name="David Tío Vallejo" userId="5f7cebeb295394ec" providerId="Windows Live" clId="Web-{44762109-0512-49EB-9A7F-0BF90B6B2EB6}" dt="2026-05-10T16:44:14.638" v="934"/>
          <ac:picMkLst>
            <pc:docMk/>
            <pc:sldMk cId="93335107" sldId="259"/>
            <ac:picMk id="5" creationId="{A700EEDA-B780-66C1-05A4-A2BA9933BFF4}"/>
          </ac:picMkLst>
        </pc:picChg>
        <pc:picChg chg="add del">
          <ac:chgData name="David Tío Vallejo" userId="5f7cebeb295394ec" providerId="Windows Live" clId="Web-{44762109-0512-49EB-9A7F-0BF90B6B2EB6}" dt="2026-05-10T16:44:17.966" v="936"/>
          <ac:picMkLst>
            <pc:docMk/>
            <pc:sldMk cId="93335107" sldId="259"/>
            <ac:picMk id="13" creationId="{0CA689AA-7067-F0DE-E0A4-5B5F9B3552EE}"/>
          </ac:picMkLst>
        </pc:picChg>
      </pc:sldChg>
      <pc:sldChg chg="addSp delSp modSp new">
        <pc:chgData name="David Tío Vallejo" userId="5f7cebeb295394ec" providerId="Windows Live" clId="Web-{44762109-0512-49EB-9A7F-0BF90B6B2EB6}" dt="2026-05-10T16:51:40.729" v="1760"/>
        <pc:sldMkLst>
          <pc:docMk/>
          <pc:sldMk cId="188236816" sldId="260"/>
        </pc:sldMkLst>
        <pc:spChg chg="mod">
          <ac:chgData name="David Tío Vallejo" userId="5f7cebeb295394ec" providerId="Windows Live" clId="Web-{44762109-0512-49EB-9A7F-0BF90B6B2EB6}" dt="2026-05-10T16:48:08.512" v="1225" actId="20577"/>
          <ac:spMkLst>
            <pc:docMk/>
            <pc:sldMk cId="188236816" sldId="260"/>
            <ac:spMk id="2" creationId="{5E4F4E97-7D6B-EAF4-8830-02EB7FE9225F}"/>
          </ac:spMkLst>
        </pc:spChg>
        <pc:spChg chg="add del">
          <ac:chgData name="David Tío Vallejo" userId="5f7cebeb295394ec" providerId="Windows Live" clId="Web-{44762109-0512-49EB-9A7F-0BF90B6B2EB6}" dt="2026-05-10T16:48:18.668" v="1226"/>
          <ac:spMkLst>
            <pc:docMk/>
            <pc:sldMk cId="188236816" sldId="260"/>
            <ac:spMk id="3" creationId="{DBDE6AF2-4E11-295A-A4CA-5DE8F11EE687}"/>
          </ac:spMkLst>
        </pc:spChg>
        <pc:graphicFrameChg chg="add del mod ord modGraphic">
          <ac:chgData name="David Tío Vallejo" userId="5f7cebeb295394ec" providerId="Windows Live" clId="Web-{44762109-0512-49EB-9A7F-0BF90B6B2EB6}" dt="2026-05-10T16:48:02.137" v="1220"/>
          <ac:graphicFrameMkLst>
            <pc:docMk/>
            <pc:sldMk cId="188236816" sldId="260"/>
            <ac:graphicFrameMk id="4" creationId="{D91FED24-76C4-2556-E48E-8689F6A87653}"/>
          </ac:graphicFrameMkLst>
        </pc:graphicFrameChg>
        <pc:graphicFrameChg chg="add mod ord modGraphic">
          <ac:chgData name="David Tío Vallejo" userId="5f7cebeb295394ec" providerId="Windows Live" clId="Web-{44762109-0512-49EB-9A7F-0BF90B6B2EB6}" dt="2026-05-10T16:51:40.729" v="1760"/>
          <ac:graphicFrameMkLst>
            <pc:docMk/>
            <pc:sldMk cId="188236816" sldId="260"/>
            <ac:graphicFrameMk id="5" creationId="{6036F972-5E39-5E86-583F-3E6A994DC3A5}"/>
          </ac:graphicFrameMkLst>
        </pc:graphicFrameChg>
      </pc:sldChg>
      <pc:sldChg chg="addSp modSp new mod setBg">
        <pc:chgData name="David Tío Vallejo" userId="5f7cebeb295394ec" providerId="Windows Live" clId="Web-{44762109-0512-49EB-9A7F-0BF90B6B2EB6}" dt="2026-05-10T16:57:19.602" v="2007"/>
        <pc:sldMkLst>
          <pc:docMk/>
          <pc:sldMk cId="3624701254" sldId="261"/>
        </pc:sldMkLst>
        <pc:spChg chg="mod">
          <ac:chgData name="David Tío Vallejo" userId="5f7cebeb295394ec" providerId="Windows Live" clId="Web-{44762109-0512-49EB-9A7F-0BF90B6B2EB6}" dt="2026-05-10T16:57:19.602" v="2007"/>
          <ac:spMkLst>
            <pc:docMk/>
            <pc:sldMk cId="3624701254" sldId="261"/>
            <ac:spMk id="2" creationId="{6EF73F8D-D496-ED89-44BE-9313541A4C5D}"/>
          </ac:spMkLst>
        </pc:spChg>
        <pc:spChg chg="mod">
          <ac:chgData name="David Tío Vallejo" userId="5f7cebeb295394ec" providerId="Windows Live" clId="Web-{44762109-0512-49EB-9A7F-0BF90B6B2EB6}" dt="2026-05-10T16:57:19.602" v="2007"/>
          <ac:spMkLst>
            <pc:docMk/>
            <pc:sldMk cId="3624701254" sldId="261"/>
            <ac:spMk id="3" creationId="{D83EC927-D028-1DBD-FBE1-3F3349D77A1D}"/>
          </ac:spMkLst>
        </pc:spChg>
        <pc:spChg chg="add">
          <ac:chgData name="David Tío Vallejo" userId="5f7cebeb295394ec" providerId="Windows Live" clId="Web-{44762109-0512-49EB-9A7F-0BF90B6B2EB6}" dt="2026-05-10T16:57:19.602" v="2007"/>
          <ac:spMkLst>
            <pc:docMk/>
            <pc:sldMk cId="3624701254" sldId="261"/>
            <ac:spMk id="9" creationId="{4065D9BE-A58D-6E8A-D4A2-5056F3C5E9CA}"/>
          </ac:spMkLst>
        </pc:spChg>
        <pc:spChg chg="add">
          <ac:chgData name="David Tío Vallejo" userId="5f7cebeb295394ec" providerId="Windows Live" clId="Web-{44762109-0512-49EB-9A7F-0BF90B6B2EB6}" dt="2026-05-10T16:57:19.602" v="2007"/>
          <ac:spMkLst>
            <pc:docMk/>
            <pc:sldMk cId="3624701254" sldId="261"/>
            <ac:spMk id="11" creationId="{A745E793-BC99-8991-71CD-53FFBB6A8F69}"/>
          </ac:spMkLst>
        </pc:spChg>
        <pc:picChg chg="add mod">
          <ac:chgData name="David Tío Vallejo" userId="5f7cebeb295394ec" providerId="Windows Live" clId="Web-{44762109-0512-49EB-9A7F-0BF90B6B2EB6}" dt="2026-05-10T16:57:19.602" v="2007"/>
          <ac:picMkLst>
            <pc:docMk/>
            <pc:sldMk cId="3624701254" sldId="261"/>
            <ac:picMk id="4" creationId="{3DBEF3B3-82C7-5C6F-5509-6CB360CFDDFA}"/>
          </ac:picMkLst>
        </pc:picChg>
      </pc:sldChg>
      <pc:sldChg chg="addSp delSp modSp new mod setBg">
        <pc:chgData name="David Tío Vallejo" userId="5f7cebeb295394ec" providerId="Windows Live" clId="Web-{44762109-0512-49EB-9A7F-0BF90B6B2EB6}" dt="2026-05-10T17:07:23.224" v="2278" actId="20577"/>
        <pc:sldMkLst>
          <pc:docMk/>
          <pc:sldMk cId="2483207719" sldId="262"/>
        </pc:sldMkLst>
        <pc:spChg chg="mod">
          <ac:chgData name="David Tío Vallejo" userId="5f7cebeb295394ec" providerId="Windows Live" clId="Web-{44762109-0512-49EB-9A7F-0BF90B6B2EB6}" dt="2026-05-10T17:07:23.224" v="2278" actId="20577"/>
          <ac:spMkLst>
            <pc:docMk/>
            <pc:sldMk cId="2483207719" sldId="262"/>
            <ac:spMk id="2" creationId="{7E60228B-68EC-2FD4-0885-F6ECD265BE3C}"/>
          </ac:spMkLst>
        </pc:spChg>
        <pc:spChg chg="mod ord">
          <ac:chgData name="David Tío Vallejo" userId="5f7cebeb295394ec" providerId="Windows Live" clId="Web-{44762109-0512-49EB-9A7F-0BF90B6B2EB6}" dt="2026-05-10T17:07:13.490" v="2276" actId="20577"/>
          <ac:spMkLst>
            <pc:docMk/>
            <pc:sldMk cId="2483207719" sldId="262"/>
            <ac:spMk id="3" creationId="{ABD660A4-3490-D392-FFB1-98A5EDC0CE83}"/>
          </ac:spMkLst>
        </pc:spChg>
        <pc:spChg chg="add del">
          <ac:chgData name="David Tío Vallejo" userId="5f7cebeb295394ec" providerId="Windows Live" clId="Web-{44762109-0512-49EB-9A7F-0BF90B6B2EB6}" dt="2026-05-10T17:06:41.412" v="2269"/>
          <ac:spMkLst>
            <pc:docMk/>
            <pc:sldMk cId="2483207719" sldId="262"/>
            <ac:spMk id="9" creationId="{9EE42DCE-4A4F-44C4-84E5-261B3BEEF1DA}"/>
          </ac:spMkLst>
        </pc:spChg>
        <pc:spChg chg="add del">
          <ac:chgData name="David Tío Vallejo" userId="5f7cebeb295394ec" providerId="Windows Live" clId="Web-{44762109-0512-49EB-9A7F-0BF90B6B2EB6}" dt="2026-05-10T17:06:41.412" v="2269"/>
          <ac:spMkLst>
            <pc:docMk/>
            <pc:sldMk cId="2483207719" sldId="262"/>
            <ac:spMk id="11" creationId="{887F59F2-5FBC-40CD-AD35-376AECE49EA6}"/>
          </ac:spMkLst>
        </pc:spChg>
        <pc:spChg chg="add">
          <ac:chgData name="David Tío Vallejo" userId="5f7cebeb295394ec" providerId="Windows Live" clId="Web-{44762109-0512-49EB-9A7F-0BF90B6B2EB6}" dt="2026-05-10T17:06:41.412" v="2269"/>
          <ac:spMkLst>
            <pc:docMk/>
            <pc:sldMk cId="2483207719" sldId="262"/>
            <ac:spMk id="16" creationId="{9E10BDB4-64F2-477D-A03B-9F8352D5E02E}"/>
          </ac:spMkLst>
        </pc:spChg>
        <pc:spChg chg="add">
          <ac:chgData name="David Tío Vallejo" userId="5f7cebeb295394ec" providerId="Windows Live" clId="Web-{44762109-0512-49EB-9A7F-0BF90B6B2EB6}" dt="2026-05-10T17:06:41.412" v="2269"/>
          <ac:spMkLst>
            <pc:docMk/>
            <pc:sldMk cId="2483207719" sldId="262"/>
            <ac:spMk id="18" creationId="{887F59F2-5FBC-40CD-AD35-376AECE49EA6}"/>
          </ac:spMkLst>
        </pc:spChg>
        <pc:spChg chg="add">
          <ac:chgData name="David Tío Vallejo" userId="5f7cebeb295394ec" providerId="Windows Live" clId="Web-{44762109-0512-49EB-9A7F-0BF90B6B2EB6}" dt="2026-05-10T17:06:41.412" v="2269"/>
          <ac:spMkLst>
            <pc:docMk/>
            <pc:sldMk cId="2483207719" sldId="262"/>
            <ac:spMk id="20" creationId="{7271C494-8107-3D61-D611-4FBC7C22A2B8}"/>
          </ac:spMkLst>
        </pc:spChg>
        <pc:picChg chg="add mod">
          <ac:chgData name="David Tío Vallejo" userId="5f7cebeb295394ec" providerId="Windows Live" clId="Web-{44762109-0512-49EB-9A7F-0BF90B6B2EB6}" dt="2026-05-10T17:06:41.412" v="2269"/>
          <ac:picMkLst>
            <pc:docMk/>
            <pc:sldMk cId="2483207719" sldId="262"/>
            <ac:picMk id="4" creationId="{CCC01AD1-2719-789D-78D3-068E73E7D310}"/>
          </ac:picMkLst>
        </pc:picChg>
      </pc:sldChg>
      <pc:sldChg chg="addSp delSp modSp new mod setBg">
        <pc:chgData name="David Tío Vallejo" userId="5f7cebeb295394ec" providerId="Windows Live" clId="Web-{44762109-0512-49EB-9A7F-0BF90B6B2EB6}" dt="2026-05-10T17:14:44.315" v="2692"/>
        <pc:sldMkLst>
          <pc:docMk/>
          <pc:sldMk cId="1800844978" sldId="263"/>
        </pc:sldMkLst>
        <pc:spChg chg="mod">
          <ac:chgData name="David Tío Vallejo" userId="5f7cebeb295394ec" providerId="Windows Live" clId="Web-{44762109-0512-49EB-9A7F-0BF90B6B2EB6}" dt="2026-05-10T17:14:44.315" v="2692"/>
          <ac:spMkLst>
            <pc:docMk/>
            <pc:sldMk cId="1800844978" sldId="263"/>
            <ac:spMk id="2" creationId="{A3D77BF0-EEBF-256C-EFBE-0E48392E870B}"/>
          </ac:spMkLst>
        </pc:spChg>
        <pc:spChg chg="mod ord">
          <ac:chgData name="David Tío Vallejo" userId="5f7cebeb295394ec" providerId="Windows Live" clId="Web-{44762109-0512-49EB-9A7F-0BF90B6B2EB6}" dt="2026-05-10T17:14:44.315" v="2692"/>
          <ac:spMkLst>
            <pc:docMk/>
            <pc:sldMk cId="1800844978" sldId="263"/>
            <ac:spMk id="3" creationId="{A284B61D-07F8-2F5B-770C-1953131CEABB}"/>
          </ac:spMkLst>
        </pc:spChg>
        <pc:spChg chg="add">
          <ac:chgData name="David Tío Vallejo" userId="5f7cebeb295394ec" providerId="Windows Live" clId="Web-{44762109-0512-49EB-9A7F-0BF90B6B2EB6}" dt="2026-05-10T17:14:44.315" v="2692"/>
          <ac:spMkLst>
            <pc:docMk/>
            <pc:sldMk cId="1800844978" sldId="263"/>
            <ac:spMk id="10" creationId="{9E10BDB4-64F2-477D-A03B-9F8352D5E02E}"/>
          </ac:spMkLst>
        </pc:spChg>
        <pc:spChg chg="add">
          <ac:chgData name="David Tío Vallejo" userId="5f7cebeb295394ec" providerId="Windows Live" clId="Web-{44762109-0512-49EB-9A7F-0BF90B6B2EB6}" dt="2026-05-10T17:14:44.315" v="2692"/>
          <ac:spMkLst>
            <pc:docMk/>
            <pc:sldMk cId="1800844978" sldId="263"/>
            <ac:spMk id="12" creationId="{887F59F2-5FBC-40CD-AD35-376AECE49EA6}"/>
          </ac:spMkLst>
        </pc:spChg>
        <pc:spChg chg="add">
          <ac:chgData name="David Tío Vallejo" userId="5f7cebeb295394ec" providerId="Windows Live" clId="Web-{44762109-0512-49EB-9A7F-0BF90B6B2EB6}" dt="2026-05-10T17:14:44.315" v="2692"/>
          <ac:spMkLst>
            <pc:docMk/>
            <pc:sldMk cId="1800844978" sldId="263"/>
            <ac:spMk id="14" creationId="{7271C494-8107-3D61-D611-4FBC7C22A2B8}"/>
          </ac:spMkLst>
        </pc:spChg>
        <pc:picChg chg="add del mod">
          <ac:chgData name="David Tío Vallejo" userId="5f7cebeb295394ec" providerId="Windows Live" clId="Web-{44762109-0512-49EB-9A7F-0BF90B6B2EB6}" dt="2026-05-10T17:14:13.955" v="2690"/>
          <ac:picMkLst>
            <pc:docMk/>
            <pc:sldMk cId="1800844978" sldId="263"/>
            <ac:picMk id="4" creationId="{3160E492-2331-2F2A-6321-7B7168B5A81C}"/>
          </ac:picMkLst>
        </pc:picChg>
        <pc:picChg chg="add mod">
          <ac:chgData name="David Tío Vallejo" userId="5f7cebeb295394ec" providerId="Windows Live" clId="Web-{44762109-0512-49EB-9A7F-0BF90B6B2EB6}" dt="2026-05-10T17:14:44.315" v="2692"/>
          <ac:picMkLst>
            <pc:docMk/>
            <pc:sldMk cId="1800844978" sldId="263"/>
            <ac:picMk id="5" creationId="{411605F9-69BD-2141-4F5C-5E686CCBB01E}"/>
          </ac:picMkLst>
        </pc:picChg>
      </pc:sldChg>
      <pc:sldChg chg="addSp delSp modSp new mod setBg">
        <pc:chgData name="David Tío Vallejo" userId="5f7cebeb295394ec" providerId="Windows Live" clId="Web-{44762109-0512-49EB-9A7F-0BF90B6B2EB6}" dt="2026-05-10T17:18:41.813" v="2994"/>
        <pc:sldMkLst>
          <pc:docMk/>
          <pc:sldMk cId="1344596357" sldId="264"/>
        </pc:sldMkLst>
        <pc:spChg chg="mod">
          <ac:chgData name="David Tío Vallejo" userId="5f7cebeb295394ec" providerId="Windows Live" clId="Web-{44762109-0512-49EB-9A7F-0BF90B6B2EB6}" dt="2026-05-10T17:18:41.813" v="2994"/>
          <ac:spMkLst>
            <pc:docMk/>
            <pc:sldMk cId="1344596357" sldId="264"/>
            <ac:spMk id="2" creationId="{503F6035-A4B1-07AA-89C5-5C4F391E7FE6}"/>
          </ac:spMkLst>
        </pc:spChg>
        <pc:spChg chg="mod ord">
          <ac:chgData name="David Tío Vallejo" userId="5f7cebeb295394ec" providerId="Windows Live" clId="Web-{44762109-0512-49EB-9A7F-0BF90B6B2EB6}" dt="2026-05-10T17:18:41.813" v="2994"/>
          <ac:spMkLst>
            <pc:docMk/>
            <pc:sldMk cId="1344596357" sldId="264"/>
            <ac:spMk id="3" creationId="{1DF687DF-F4B7-75BE-17F0-88F1D326E40A}"/>
          </ac:spMkLst>
        </pc:spChg>
        <pc:spChg chg="add del">
          <ac:chgData name="David Tío Vallejo" userId="5f7cebeb295394ec" providerId="Windows Live" clId="Web-{44762109-0512-49EB-9A7F-0BF90B6B2EB6}" dt="2026-05-10T17:18:41.813" v="2993"/>
          <ac:spMkLst>
            <pc:docMk/>
            <pc:sldMk cId="1344596357" sldId="264"/>
            <ac:spMk id="9" creationId="{6D16C4DE-5FF1-8D34-BBA1-FC43F315567B}"/>
          </ac:spMkLst>
        </pc:spChg>
        <pc:spChg chg="add del">
          <ac:chgData name="David Tío Vallejo" userId="5f7cebeb295394ec" providerId="Windows Live" clId="Web-{44762109-0512-49EB-9A7F-0BF90B6B2EB6}" dt="2026-05-10T17:18:41.813" v="2993"/>
          <ac:spMkLst>
            <pc:docMk/>
            <pc:sldMk cId="1344596357" sldId="264"/>
            <ac:spMk id="11" creationId="{B6914053-73D7-E377-E88C-94E35AAD489B}"/>
          </ac:spMkLst>
        </pc:spChg>
        <pc:spChg chg="add">
          <ac:chgData name="David Tío Vallejo" userId="5f7cebeb295394ec" providerId="Windows Live" clId="Web-{44762109-0512-49EB-9A7F-0BF90B6B2EB6}" dt="2026-05-10T17:18:41.813" v="2994"/>
          <ac:spMkLst>
            <pc:docMk/>
            <pc:sldMk cId="1344596357" sldId="264"/>
            <ac:spMk id="13" creationId="{4A3D569D-D3A6-49CA-A483-291E95DACA14}"/>
          </ac:spMkLst>
        </pc:spChg>
        <pc:spChg chg="add">
          <ac:chgData name="David Tío Vallejo" userId="5f7cebeb295394ec" providerId="Windows Live" clId="Web-{44762109-0512-49EB-9A7F-0BF90B6B2EB6}" dt="2026-05-10T17:18:41.813" v="2994"/>
          <ac:spMkLst>
            <pc:docMk/>
            <pc:sldMk cId="1344596357" sldId="264"/>
            <ac:spMk id="14" creationId="{A082E5AA-6E5F-4FCC-8C41-11E32F833BFC}"/>
          </ac:spMkLst>
        </pc:spChg>
        <pc:spChg chg="add">
          <ac:chgData name="David Tío Vallejo" userId="5f7cebeb295394ec" providerId="Windows Live" clId="Web-{44762109-0512-49EB-9A7F-0BF90B6B2EB6}" dt="2026-05-10T17:18:41.813" v="2994"/>
          <ac:spMkLst>
            <pc:docMk/>
            <pc:sldMk cId="1344596357" sldId="264"/>
            <ac:spMk id="15" creationId="{92BE0106-0C20-465B-A1BE-0BAC2737B1AD}"/>
          </ac:spMkLst>
        </pc:spChg>
        <pc:picChg chg="add mod">
          <ac:chgData name="David Tío Vallejo" userId="5f7cebeb295394ec" providerId="Windows Live" clId="Web-{44762109-0512-49EB-9A7F-0BF90B6B2EB6}" dt="2026-05-10T17:18:41.813" v="2994"/>
          <ac:picMkLst>
            <pc:docMk/>
            <pc:sldMk cId="1344596357" sldId="264"/>
            <ac:picMk id="4" creationId="{7BADFE96-D624-D7CC-99EB-DFEDD644A676}"/>
          </ac:picMkLst>
        </pc:picChg>
      </pc:sldChg>
      <pc:sldChg chg="addSp delSp modSp new mod setBg">
        <pc:chgData name="David Tío Vallejo" userId="5f7cebeb295394ec" providerId="Windows Live" clId="Web-{44762109-0512-49EB-9A7F-0BF90B6B2EB6}" dt="2026-05-10T17:26:22.107" v="3421" actId="1076"/>
        <pc:sldMkLst>
          <pc:docMk/>
          <pc:sldMk cId="4069431217" sldId="265"/>
        </pc:sldMkLst>
        <pc:spChg chg="mod">
          <ac:chgData name="David Tío Vallejo" userId="5f7cebeb295394ec" providerId="Windows Live" clId="Web-{44762109-0512-49EB-9A7F-0BF90B6B2EB6}" dt="2026-05-10T17:25:41.264" v="3415"/>
          <ac:spMkLst>
            <pc:docMk/>
            <pc:sldMk cId="4069431217" sldId="265"/>
            <ac:spMk id="2" creationId="{511F0FA7-EFD3-FA6D-A0F5-6DA8C046D770}"/>
          </ac:spMkLst>
        </pc:spChg>
        <pc:spChg chg="mod ord">
          <ac:chgData name="David Tío Vallejo" userId="5f7cebeb295394ec" providerId="Windows Live" clId="Web-{44762109-0512-49EB-9A7F-0BF90B6B2EB6}" dt="2026-05-10T17:25:51.045" v="3417" actId="20577"/>
          <ac:spMkLst>
            <pc:docMk/>
            <pc:sldMk cId="4069431217" sldId="265"/>
            <ac:spMk id="3" creationId="{C177925B-5597-120B-F608-6B295BE127AC}"/>
          </ac:spMkLst>
        </pc:spChg>
        <pc:spChg chg="add del">
          <ac:chgData name="David Tío Vallejo" userId="5f7cebeb295394ec" providerId="Windows Live" clId="Web-{44762109-0512-49EB-9A7F-0BF90B6B2EB6}" dt="2026-05-10T17:25:41.264" v="3415"/>
          <ac:spMkLst>
            <pc:docMk/>
            <pc:sldMk cId="4069431217" sldId="265"/>
            <ac:spMk id="9" creationId="{9E10BDB4-64F2-477D-A03B-9F8352D5E02E}"/>
          </ac:spMkLst>
        </pc:spChg>
        <pc:spChg chg="add del">
          <ac:chgData name="David Tío Vallejo" userId="5f7cebeb295394ec" providerId="Windows Live" clId="Web-{44762109-0512-49EB-9A7F-0BF90B6B2EB6}" dt="2026-05-10T17:25:41.264" v="3415"/>
          <ac:spMkLst>
            <pc:docMk/>
            <pc:sldMk cId="4069431217" sldId="265"/>
            <ac:spMk id="11" creationId="{887F59F2-5FBC-40CD-AD35-376AECE49EA6}"/>
          </ac:spMkLst>
        </pc:spChg>
        <pc:spChg chg="add del">
          <ac:chgData name="David Tío Vallejo" userId="5f7cebeb295394ec" providerId="Windows Live" clId="Web-{44762109-0512-49EB-9A7F-0BF90B6B2EB6}" dt="2026-05-10T17:25:41.264" v="3415"/>
          <ac:spMkLst>
            <pc:docMk/>
            <pc:sldMk cId="4069431217" sldId="265"/>
            <ac:spMk id="13" creationId="{7271C494-8107-3D61-D611-4FBC7C22A2B8}"/>
          </ac:spMkLst>
        </pc:spChg>
        <pc:spChg chg="add">
          <ac:chgData name="David Tío Vallejo" userId="5f7cebeb295394ec" providerId="Windows Live" clId="Web-{44762109-0512-49EB-9A7F-0BF90B6B2EB6}" dt="2026-05-10T17:25:41.264" v="3415"/>
          <ac:spMkLst>
            <pc:docMk/>
            <pc:sldMk cId="4069431217" sldId="265"/>
            <ac:spMk id="18" creationId="{9EE42DCE-4A4F-44C4-84E5-261B3BEEF1DA}"/>
          </ac:spMkLst>
        </pc:spChg>
        <pc:spChg chg="add">
          <ac:chgData name="David Tío Vallejo" userId="5f7cebeb295394ec" providerId="Windows Live" clId="Web-{44762109-0512-49EB-9A7F-0BF90B6B2EB6}" dt="2026-05-10T17:25:41.264" v="3415"/>
          <ac:spMkLst>
            <pc:docMk/>
            <pc:sldMk cId="4069431217" sldId="265"/>
            <ac:spMk id="20" creationId="{F6C8F56F-DFA1-4C0D-A403-803478FC2838}"/>
          </ac:spMkLst>
        </pc:spChg>
        <pc:picChg chg="add mod">
          <ac:chgData name="David Tío Vallejo" userId="5f7cebeb295394ec" providerId="Windows Live" clId="Web-{44762109-0512-49EB-9A7F-0BF90B6B2EB6}" dt="2026-05-10T17:26:22.107" v="3421" actId="1076"/>
          <ac:picMkLst>
            <pc:docMk/>
            <pc:sldMk cId="4069431217" sldId="265"/>
            <ac:picMk id="4" creationId="{A03FA36A-9EDF-7210-0D18-29E060C55287}"/>
          </ac:picMkLst>
        </pc:picChg>
        <pc:picChg chg="add mod">
          <ac:chgData name="David Tío Vallejo" userId="5f7cebeb295394ec" providerId="Windows Live" clId="Web-{44762109-0512-49EB-9A7F-0BF90B6B2EB6}" dt="2026-05-10T17:26:04.061" v="3419" actId="14100"/>
          <ac:picMkLst>
            <pc:docMk/>
            <pc:sldMk cId="4069431217" sldId="265"/>
            <ac:picMk id="5" creationId="{CC1E8ADD-50C9-ECF2-84CC-9A23222D7616}"/>
          </ac:picMkLst>
        </pc:picChg>
      </pc:sldChg>
      <pc:sldChg chg="modSp new">
        <pc:chgData name="David Tío Vallejo" userId="5f7cebeb295394ec" providerId="Windows Live" clId="Web-{44762109-0512-49EB-9A7F-0BF90B6B2EB6}" dt="2026-05-10T17:32:25.121" v="3951" actId="20577"/>
        <pc:sldMkLst>
          <pc:docMk/>
          <pc:sldMk cId="2268248598" sldId="266"/>
        </pc:sldMkLst>
        <pc:spChg chg="mod">
          <ac:chgData name="David Tío Vallejo" userId="5f7cebeb295394ec" providerId="Windows Live" clId="Web-{44762109-0512-49EB-9A7F-0BF90B6B2EB6}" dt="2026-05-10T17:32:25.121" v="3951" actId="20577"/>
          <ac:spMkLst>
            <pc:docMk/>
            <pc:sldMk cId="2268248598" sldId="266"/>
            <ac:spMk id="2" creationId="{87A4ABE6-6578-CDDB-D0D5-6BC4C1A71E7D}"/>
          </ac:spMkLst>
        </pc:spChg>
        <pc:spChg chg="mod">
          <ac:chgData name="David Tío Vallejo" userId="5f7cebeb295394ec" providerId="Windows Live" clId="Web-{44762109-0512-49EB-9A7F-0BF90B6B2EB6}" dt="2026-05-10T17:32:22.777" v="3950" actId="20577"/>
          <ac:spMkLst>
            <pc:docMk/>
            <pc:sldMk cId="2268248598" sldId="266"/>
            <ac:spMk id="3" creationId="{824BBA70-DEAA-98EE-C40D-55E0A7D6151D}"/>
          </ac:spMkLst>
        </pc:spChg>
      </pc:sldChg>
      <pc:sldChg chg="addSp modSp new mod setBg modClrScheme chgLayout">
        <pc:chgData name="David Tío Vallejo" userId="5f7cebeb295394ec" providerId="Windows Live" clId="Web-{44762109-0512-49EB-9A7F-0BF90B6B2EB6}" dt="2026-05-10T17:48:30.492" v="4041"/>
        <pc:sldMkLst>
          <pc:docMk/>
          <pc:sldMk cId="1081484916" sldId="267"/>
        </pc:sldMkLst>
        <pc:spChg chg="mod ord">
          <ac:chgData name="David Tío Vallejo" userId="5f7cebeb295394ec" providerId="Windows Live" clId="Web-{44762109-0512-49EB-9A7F-0BF90B6B2EB6}" dt="2026-05-10T17:48:30.492" v="4041"/>
          <ac:spMkLst>
            <pc:docMk/>
            <pc:sldMk cId="1081484916" sldId="267"/>
            <ac:spMk id="2" creationId="{56912B86-C60F-BED9-B1A8-EFD405E0BB43}"/>
          </ac:spMkLst>
        </pc:spChg>
        <pc:spChg chg="mod ord">
          <ac:chgData name="David Tío Vallejo" userId="5f7cebeb295394ec" providerId="Windows Live" clId="Web-{44762109-0512-49EB-9A7F-0BF90B6B2EB6}" dt="2026-05-10T17:48:30.492" v="4041"/>
          <ac:spMkLst>
            <pc:docMk/>
            <pc:sldMk cId="1081484916" sldId="267"/>
            <ac:spMk id="3" creationId="{6522FBA6-3CFB-4CD5-C76C-C69C5EA57099}"/>
          </ac:spMkLst>
        </pc:spChg>
        <pc:spChg chg="add">
          <ac:chgData name="David Tío Vallejo" userId="5f7cebeb295394ec" providerId="Windows Live" clId="Web-{44762109-0512-49EB-9A7F-0BF90B6B2EB6}" dt="2026-05-10T17:48:30.492" v="4041"/>
          <ac:spMkLst>
            <pc:docMk/>
            <pc:sldMk cId="1081484916" sldId="267"/>
            <ac:spMk id="9" creationId="{774A975B-A886-5202-0489-6965514A0D14}"/>
          </ac:spMkLst>
        </pc:spChg>
        <pc:spChg chg="add">
          <ac:chgData name="David Tío Vallejo" userId="5f7cebeb295394ec" providerId="Windows Live" clId="Web-{44762109-0512-49EB-9A7F-0BF90B6B2EB6}" dt="2026-05-10T17:48:30.492" v="4041"/>
          <ac:spMkLst>
            <pc:docMk/>
            <pc:sldMk cId="1081484916" sldId="267"/>
            <ac:spMk id="11" creationId="{EA67E988-5919-57BB-C7DE-D3EAD38A3045}"/>
          </ac:spMkLst>
        </pc:spChg>
        <pc:spChg chg="add">
          <ac:chgData name="David Tío Vallejo" userId="5f7cebeb295394ec" providerId="Windows Live" clId="Web-{44762109-0512-49EB-9A7F-0BF90B6B2EB6}" dt="2026-05-10T17:48:30.492" v="4041"/>
          <ac:spMkLst>
            <pc:docMk/>
            <pc:sldMk cId="1081484916" sldId="267"/>
            <ac:spMk id="13" creationId="{FAF3766F-DEF3-4802-BB0D-7A18EDD9704F}"/>
          </ac:spMkLst>
        </pc:spChg>
        <pc:spChg chg="add">
          <ac:chgData name="David Tío Vallejo" userId="5f7cebeb295394ec" providerId="Windows Live" clId="Web-{44762109-0512-49EB-9A7F-0BF90B6B2EB6}" dt="2026-05-10T17:48:30.492" v="4041"/>
          <ac:spMkLst>
            <pc:docMk/>
            <pc:sldMk cId="1081484916" sldId="267"/>
            <ac:spMk id="15" creationId="{D91952F0-771E-D2ED-C333-EEED6708B80C}"/>
          </ac:spMkLst>
        </pc:spChg>
        <pc:spChg chg="add">
          <ac:chgData name="David Tío Vallejo" userId="5f7cebeb295394ec" providerId="Windows Live" clId="Web-{44762109-0512-49EB-9A7F-0BF90B6B2EB6}" dt="2026-05-10T17:48:30.492" v="4041"/>
          <ac:spMkLst>
            <pc:docMk/>
            <pc:sldMk cId="1081484916" sldId="267"/>
            <ac:spMk id="17" creationId="{3FB6D83C-2377-9CAD-A991-9E0B6AF25067}"/>
          </ac:spMkLst>
        </pc:spChg>
        <pc:picChg chg="add mod">
          <ac:chgData name="David Tío Vallejo" userId="5f7cebeb295394ec" providerId="Windows Live" clId="Web-{44762109-0512-49EB-9A7F-0BF90B6B2EB6}" dt="2026-05-10T17:48:30.492" v="4041"/>
          <ac:picMkLst>
            <pc:docMk/>
            <pc:sldMk cId="1081484916" sldId="267"/>
            <ac:picMk id="4" creationId="{EC2E3E60-BC0D-E214-11B2-8F1C44E13645}"/>
          </ac:picMkLst>
        </pc:picChg>
      </pc:sldChg>
      <pc:sldMasterChg chg="del delSldLayout">
        <pc:chgData name="David Tío Vallejo" userId="5f7cebeb295394ec" providerId="Windows Live" clId="Web-{44762109-0512-49EB-9A7F-0BF90B6B2EB6}" dt="2026-05-10T16:33:38.423" v="15"/>
        <pc:sldMasterMkLst>
          <pc:docMk/>
          <pc:sldMasterMk cId="2933118997" sldId="2147483648"/>
        </pc:sldMasterMkLst>
        <pc:sldLayoutChg chg="del">
          <pc:chgData name="David Tío Vallejo" userId="5f7cebeb295394ec" providerId="Windows Live" clId="Web-{44762109-0512-49EB-9A7F-0BF90B6B2EB6}" dt="2026-05-10T16:33:38.423" v="15"/>
          <pc:sldLayoutMkLst>
            <pc:docMk/>
            <pc:sldMasterMk cId="2933118997" sldId="2147483648"/>
            <pc:sldLayoutMk cId="2288191458" sldId="2147483649"/>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3398174421" sldId="2147483650"/>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2339700568" sldId="2147483651"/>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979029867" sldId="2147483652"/>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1752394269" sldId="2147483653"/>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3630658609" sldId="2147483654"/>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3682375612" sldId="2147483655"/>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1360449816" sldId="2147483656"/>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383603595" sldId="2147483657"/>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541863252" sldId="2147483658"/>
          </pc:sldLayoutMkLst>
        </pc:sldLayoutChg>
        <pc:sldLayoutChg chg="del">
          <pc:chgData name="David Tío Vallejo" userId="5f7cebeb295394ec" providerId="Windows Live" clId="Web-{44762109-0512-49EB-9A7F-0BF90B6B2EB6}" dt="2026-05-10T16:33:38.423" v="15"/>
          <pc:sldLayoutMkLst>
            <pc:docMk/>
            <pc:sldMasterMk cId="2933118997" sldId="2147483648"/>
            <pc:sldLayoutMk cId="2215096201" sldId="2147483659"/>
          </pc:sldLayoutMkLst>
        </pc:sldLayoutChg>
      </pc:sldMasterChg>
      <pc:sldMasterChg chg="add addSldLayout">
        <pc:chgData name="David Tío Vallejo" userId="5f7cebeb295394ec" providerId="Windows Live" clId="Web-{44762109-0512-49EB-9A7F-0BF90B6B2EB6}" dt="2026-05-10T16:33:38.423" v="15"/>
        <pc:sldMasterMkLst>
          <pc:docMk/>
          <pc:sldMasterMk cId="1595961929" sldId="2147483699"/>
        </pc:sldMasterMkLst>
        <pc:sldLayoutChg chg="add">
          <pc:chgData name="David Tío Vallejo" userId="5f7cebeb295394ec" providerId="Windows Live" clId="Web-{44762109-0512-49EB-9A7F-0BF90B6B2EB6}" dt="2026-05-10T16:33:38.423" v="15"/>
          <pc:sldLayoutMkLst>
            <pc:docMk/>
            <pc:sldMasterMk cId="1595961929" sldId="2147483699"/>
            <pc:sldLayoutMk cId="2963915386" sldId="2147483688"/>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1801277424" sldId="2147483689"/>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13999423" sldId="2147483690"/>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3965450336" sldId="2147483691"/>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2624839201" sldId="2147483692"/>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1911892310" sldId="2147483693"/>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1242640332" sldId="2147483694"/>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619469075" sldId="2147483695"/>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4008089036" sldId="2147483696"/>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3764304611" sldId="2147483697"/>
          </pc:sldLayoutMkLst>
        </pc:sldLayoutChg>
        <pc:sldLayoutChg chg="add">
          <pc:chgData name="David Tío Vallejo" userId="5f7cebeb295394ec" providerId="Windows Live" clId="Web-{44762109-0512-49EB-9A7F-0BF90B6B2EB6}" dt="2026-05-10T16:33:38.423" v="15"/>
          <pc:sldLayoutMkLst>
            <pc:docMk/>
            <pc:sldMasterMk cId="1595961929" sldId="2147483699"/>
            <pc:sldLayoutMk cId="2117250293" sldId="2147483698"/>
          </pc:sldLayoutMkLst>
        </pc:sldLayoutChg>
      </pc:sldMasterChg>
    </pc:docChg>
  </pc:docChgLst>
  <pc:docChgLst>
    <pc:chgData name="David Tío Vallejo" userId="5f7cebeb295394ec" providerId="Windows Live" clId="Web-{BE10A5AA-2037-4700-A53F-E2E6921DEFFB}"/>
    <pc:docChg chg="addSld delSld modSld sldOrd">
      <pc:chgData name="David Tío Vallejo" userId="5f7cebeb295394ec" providerId="Windows Live" clId="Web-{BE10A5AA-2037-4700-A53F-E2E6921DEFFB}" dt="2026-05-11T10:46:06.349" v="8" actId="20577"/>
      <pc:docMkLst>
        <pc:docMk/>
      </pc:docMkLst>
      <pc:sldChg chg="modSp add del ord">
        <pc:chgData name="David Tío Vallejo" userId="5f7cebeb295394ec" providerId="Windows Live" clId="Web-{BE10A5AA-2037-4700-A53F-E2E6921DEFFB}" dt="2026-05-11T10:46:06.349" v="8" actId="20577"/>
        <pc:sldMkLst>
          <pc:docMk/>
          <pc:sldMk cId="2406273178" sldId="256"/>
        </pc:sldMkLst>
        <pc:spChg chg="mod">
          <ac:chgData name="David Tío Vallejo" userId="5f7cebeb295394ec" providerId="Windows Live" clId="Web-{BE10A5AA-2037-4700-A53F-E2E6921DEFFB}" dt="2026-05-11T10:46:06.349" v="8" actId="20577"/>
          <ac:spMkLst>
            <pc:docMk/>
            <pc:sldMk cId="2406273178" sldId="256"/>
            <ac:spMk id="2" creationId="{00000000-0000-0000-0000-000000000000}"/>
          </ac:spMkLst>
        </pc:spChg>
      </pc:sldChg>
    </pc:docChg>
  </pc:docChgLst>
  <pc:docChgLst>
    <pc:chgData clId="Web-{44762109-0512-49EB-9A7F-0BF90B6B2EB6}"/>
    <pc:docChg chg="modSld">
      <pc:chgData name="" userId="" providerId="" clId="Web-{44762109-0512-49EB-9A7F-0BF90B6B2EB6}" dt="2026-05-10T16:33:09.064" v="1" actId="20577"/>
      <pc:docMkLst>
        <pc:docMk/>
      </pc:docMkLst>
      <pc:sldChg chg="modSp">
        <pc:chgData name="" userId="" providerId="" clId="Web-{44762109-0512-49EB-9A7F-0BF90B6B2EB6}" dt="2026-05-10T16:33:09.064" v="1" actId="20577"/>
        <pc:sldMkLst>
          <pc:docMk/>
          <pc:sldMk cId="2406273178" sldId="256"/>
        </pc:sldMkLst>
        <pc:spChg chg="mod">
          <ac:chgData name="" userId="" providerId="" clId="Web-{44762109-0512-49EB-9A7F-0BF90B6B2EB6}" dt="2026-05-10T16:33:09.064" v="1" actId="20577"/>
          <ac:spMkLst>
            <pc:docMk/>
            <pc:sldMk cId="2406273178"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242640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619469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08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764304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117250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624839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963915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801277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399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965450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5/11/2026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892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5/11/2026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‹Nº›</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596192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3">
            <a:extLst>
              <a:ext uri="{FF2B5EF4-FFF2-40B4-BE49-F238E27FC236}">
                <a16:creationId xmlns:a16="http://schemas.microsoft.com/office/drawing/2014/main" id="{AAA57857-B4EF-AA20-0B7A-627B06E42F44}"/>
              </a:ext>
            </a:extLst>
          </p:cNvPr>
          <p:cNvPicPr>
            <a:picLocks noChangeAspect="1"/>
          </p:cNvPicPr>
          <p:nvPr/>
        </p:nvPicPr>
        <p:blipFill>
          <a:blip r:embed="rId2">
            <a:alphaModFix amt="40000"/>
          </a:blip>
          <a:srcRect r="6250" b="6250"/>
          <a:stretch>
            <a:fillRect/>
          </a:stretch>
        </p:blipFill>
        <p:spPr>
          <a:xfrm>
            <a:off x="-2" y="-4"/>
            <a:ext cx="12192001" cy="6858001"/>
          </a:xfrm>
          <a:prstGeom prst="rect">
            <a:avLst/>
          </a:prstGeom>
        </p:spPr>
      </p:pic>
      <p:sp>
        <p:nvSpPr>
          <p:cNvPr id="2" name="Título 1"/>
          <p:cNvSpPr>
            <a:spLocks noGrp="1"/>
          </p:cNvSpPr>
          <p:nvPr>
            <p:ph type="ctrTitle"/>
          </p:nvPr>
        </p:nvSpPr>
        <p:spPr>
          <a:xfrm>
            <a:off x="517870" y="978408"/>
            <a:ext cx="5021182" cy="2450592"/>
          </a:xfrm>
        </p:spPr>
        <p:txBody>
          <a:bodyPr anchor="t">
            <a:normAutofit/>
          </a:bodyPr>
          <a:lstStyle/>
          <a:p>
            <a:pPr>
              <a:lnSpc>
                <a:spcPct val="90000"/>
              </a:lnSpc>
            </a:pPr>
            <a:r>
              <a:rPr lang="es-ES" sz="4200">
                <a:solidFill>
                  <a:srgbClr val="FFFFFF"/>
                </a:solidFill>
              </a:rPr>
              <a:t>Proyecto Inter modular Redes Locales</a:t>
            </a:r>
          </a:p>
        </p:txBody>
      </p:sp>
      <p:sp>
        <p:nvSpPr>
          <p:cNvPr id="3" name="Subtítulo 2"/>
          <p:cNvSpPr>
            <a:spLocks noGrp="1"/>
          </p:cNvSpPr>
          <p:nvPr>
            <p:ph type="subTitle" idx="1"/>
          </p:nvPr>
        </p:nvSpPr>
        <p:spPr>
          <a:xfrm>
            <a:off x="6652366" y="4017818"/>
            <a:ext cx="5040785" cy="1828799"/>
          </a:xfrm>
        </p:spPr>
        <p:txBody>
          <a:bodyPr vert="horz" lIns="91440" tIns="45720" rIns="91440" bIns="45720" rtlCol="0" anchor="b">
            <a:normAutofit/>
          </a:bodyPr>
          <a:lstStyle/>
          <a:p>
            <a:r>
              <a:rPr lang="es-ES" sz="2400">
                <a:solidFill>
                  <a:srgbClr val="FFFFFF"/>
                </a:solidFill>
              </a:rPr>
              <a:t>David Tío Vallejo – SMR 1 Caja Magica</a:t>
            </a:r>
          </a:p>
        </p:txBody>
      </p:sp>
    </p:spTree>
    <p:extLst>
      <p:ext uri="{BB962C8B-B14F-4D97-AF65-F5344CB8AC3E}">
        <p14:creationId xmlns:p14="http://schemas.microsoft.com/office/powerpoint/2010/main" val="24062731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ítulo 1">
            <a:extLst>
              <a:ext uri="{FF2B5EF4-FFF2-40B4-BE49-F238E27FC236}">
                <a16:creationId xmlns:a16="http://schemas.microsoft.com/office/drawing/2014/main" id="{BAFD2C93-0752-2EC0-CCCC-F47D8A46271A}"/>
              </a:ext>
            </a:extLst>
          </p:cNvPr>
          <p:cNvSpPr>
            <a:spLocks noGrp="1"/>
          </p:cNvSpPr>
          <p:nvPr>
            <p:ph type="title"/>
          </p:nvPr>
        </p:nvSpPr>
        <p:spPr>
          <a:xfrm>
            <a:off x="521208" y="978408"/>
            <a:ext cx="4754880" cy="1463040"/>
          </a:xfrm>
        </p:spPr>
        <p:txBody>
          <a:bodyPr>
            <a:normAutofit/>
          </a:bodyPr>
          <a:lstStyle/>
          <a:p>
            <a:r>
              <a:rPr lang="es-ES"/>
              <a:t>Introducción</a:t>
            </a:r>
          </a:p>
        </p:txBody>
      </p:sp>
      <p:sp>
        <p:nvSpPr>
          <p:cNvPr id="17" name="Rectangle 16">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Marcador de contenido 2">
            <a:extLst>
              <a:ext uri="{FF2B5EF4-FFF2-40B4-BE49-F238E27FC236}">
                <a16:creationId xmlns:a16="http://schemas.microsoft.com/office/drawing/2014/main" id="{AF621990-ED46-E526-B22D-F34516825BA3}"/>
              </a:ext>
            </a:extLst>
          </p:cNvPr>
          <p:cNvSpPr>
            <a:spLocks noGrp="1"/>
          </p:cNvSpPr>
          <p:nvPr>
            <p:ph idx="1"/>
          </p:nvPr>
        </p:nvSpPr>
        <p:spPr>
          <a:xfrm>
            <a:off x="521208" y="2578608"/>
            <a:ext cx="4672584" cy="3767328"/>
          </a:xfrm>
        </p:spPr>
        <p:txBody>
          <a:bodyPr vert="horz" lIns="91440" tIns="45720" rIns="91440" bIns="45720" rtlCol="0" anchor="t">
            <a:normAutofit/>
          </a:bodyPr>
          <a:lstStyle/>
          <a:p>
            <a:pPr>
              <a:lnSpc>
                <a:spcPct val="100000"/>
              </a:lnSpc>
            </a:pPr>
            <a:r>
              <a:rPr lang="es-ES" sz="1500" dirty="0"/>
              <a:t>La empresa elegida para este proyecto es Inmobiliaria </a:t>
            </a:r>
            <a:r>
              <a:rPr lang="es-ES" sz="1500"/>
              <a:t>Chamartín</a:t>
            </a:r>
            <a:r>
              <a:rPr lang="es-ES" sz="1500" dirty="0"/>
              <a:t>, se dedica a la compra-venta de inmuebles situada en el centro de Madrid.</a:t>
            </a:r>
          </a:p>
          <a:p>
            <a:pPr>
              <a:lnSpc>
                <a:spcPct val="100000"/>
              </a:lnSpc>
            </a:pPr>
            <a:r>
              <a:rPr lang="es-ES" sz="1500" dirty="0"/>
              <a:t>Esta empresa cuenta con 15 trabajadores distribuidos en dos plantas, necesita acceso a internet y comunicación entre los departamentos. Y que cuente </a:t>
            </a:r>
            <a:r>
              <a:rPr lang="es-ES" sz="1500"/>
              <a:t>también</a:t>
            </a:r>
            <a:r>
              <a:rPr lang="es-ES" sz="1500" dirty="0"/>
              <a:t> con una red para los clientes que puedan acceder a internet mientras esperan o si necesitan consultar algo.</a:t>
            </a:r>
          </a:p>
          <a:p>
            <a:pPr>
              <a:lnSpc>
                <a:spcPct val="100000"/>
              </a:lnSpc>
            </a:pPr>
            <a:r>
              <a:rPr lang="es-ES" sz="1500" dirty="0"/>
              <a:t>Lo </a:t>
            </a:r>
            <a:r>
              <a:rPr lang="es-ES" sz="1500" dirty="0" err="1"/>
              <a:t>mas</a:t>
            </a:r>
            <a:r>
              <a:rPr lang="es-ES" sz="1500" dirty="0"/>
              <a:t> importante de este proyecto es que los clientes cuenten con una red aislada en la cual solo puedan acceder a internet, pero no puedan acceder a </a:t>
            </a:r>
            <a:r>
              <a:rPr lang="es-ES" sz="1500" dirty="0" err="1"/>
              <a:t>ningun</a:t>
            </a:r>
            <a:r>
              <a:rPr lang="es-ES" sz="1500" dirty="0"/>
              <a:t> departamento dentro de la red local.</a:t>
            </a:r>
          </a:p>
          <a:p>
            <a:pPr>
              <a:lnSpc>
                <a:spcPct val="100000"/>
              </a:lnSpc>
            </a:pPr>
            <a:endParaRPr lang="es-ES" sz="1500"/>
          </a:p>
        </p:txBody>
      </p:sp>
      <p:pic>
        <p:nvPicPr>
          <p:cNvPr id="4" name="Imagen 3" descr="Chamartin Inmobiliaria | Madrid | Más de 45 años de experiencia">
            <a:extLst>
              <a:ext uri="{FF2B5EF4-FFF2-40B4-BE49-F238E27FC236}">
                <a16:creationId xmlns:a16="http://schemas.microsoft.com/office/drawing/2014/main" id="{EFE07298-8F77-CC18-CD7B-B53636E715FF}"/>
              </a:ext>
            </a:extLst>
          </p:cNvPr>
          <p:cNvPicPr>
            <a:picLocks noChangeAspect="1"/>
          </p:cNvPicPr>
          <p:nvPr/>
        </p:nvPicPr>
        <p:blipFill>
          <a:blip r:embed="rId2"/>
          <a:srcRect l="172" r="2177"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355189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F1BDD33-6AD2-AAC8-2B77-F11377E18F0A}"/>
              </a:ext>
            </a:extLst>
          </p:cNvPr>
          <p:cNvSpPr>
            <a:spLocks noGrp="1"/>
          </p:cNvSpPr>
          <p:nvPr>
            <p:ph type="title"/>
          </p:nvPr>
        </p:nvSpPr>
        <p:spPr>
          <a:xfrm>
            <a:off x="521208" y="978408"/>
            <a:ext cx="5020056" cy="5376672"/>
          </a:xfrm>
        </p:spPr>
        <p:txBody>
          <a:bodyPr>
            <a:normAutofit/>
          </a:bodyPr>
          <a:lstStyle/>
          <a:p>
            <a:r>
              <a:rPr lang="es-ES"/>
              <a:t>Análisis</a:t>
            </a:r>
            <a:r>
              <a:rPr lang="es-ES" dirty="0"/>
              <a:t> de necesidades</a:t>
            </a:r>
          </a:p>
        </p:txBody>
      </p:sp>
      <p:sp>
        <p:nvSpPr>
          <p:cNvPr id="3" name="Marcador de contenido 2">
            <a:extLst>
              <a:ext uri="{FF2B5EF4-FFF2-40B4-BE49-F238E27FC236}">
                <a16:creationId xmlns:a16="http://schemas.microsoft.com/office/drawing/2014/main" id="{BBBB3187-94A4-BC92-DF67-CF287733EC53}"/>
              </a:ext>
            </a:extLst>
          </p:cNvPr>
          <p:cNvSpPr>
            <a:spLocks noGrp="1"/>
          </p:cNvSpPr>
          <p:nvPr>
            <p:ph idx="1"/>
          </p:nvPr>
        </p:nvSpPr>
        <p:spPr>
          <a:xfrm>
            <a:off x="6665976" y="1042416"/>
            <a:ext cx="5010912" cy="5312664"/>
          </a:xfrm>
        </p:spPr>
        <p:txBody>
          <a:bodyPr vert="horz" lIns="91440" tIns="45720" rIns="91440" bIns="45720" rtlCol="0" anchor="t">
            <a:normAutofit/>
          </a:bodyPr>
          <a:lstStyle/>
          <a:p>
            <a:pPr>
              <a:lnSpc>
                <a:spcPct val="100000"/>
              </a:lnSpc>
            </a:pPr>
            <a:r>
              <a:rPr lang="es-ES" sz="1700" dirty="0"/>
              <a:t>En la empresa </a:t>
            </a:r>
            <a:r>
              <a:rPr lang="es-ES" sz="1700"/>
              <a:t>Chamartín</a:t>
            </a:r>
            <a:r>
              <a:rPr lang="es-ES" sz="1700" dirty="0"/>
              <a:t> necesita los siguientes dispositivos:</a:t>
            </a:r>
          </a:p>
          <a:p>
            <a:pPr>
              <a:lnSpc>
                <a:spcPct val="100000"/>
              </a:lnSpc>
            </a:pPr>
            <a:r>
              <a:rPr lang="es-ES" sz="1700" dirty="0"/>
              <a:t>15 </a:t>
            </a:r>
            <a:r>
              <a:rPr lang="es-ES" sz="1700" dirty="0" err="1"/>
              <a:t>PCs</a:t>
            </a:r>
            <a:r>
              <a:rPr lang="es-ES" sz="1700" dirty="0"/>
              <a:t> uno para cada trabajador.</a:t>
            </a:r>
          </a:p>
          <a:p>
            <a:pPr>
              <a:lnSpc>
                <a:spcPct val="100000"/>
              </a:lnSpc>
            </a:pPr>
            <a:r>
              <a:rPr lang="es-ES" sz="1700"/>
              <a:t>6 Switches de capa 2: Seria 1 por departamento con su propia VLAN de departamento.</a:t>
            </a:r>
          </a:p>
          <a:p>
            <a:pPr>
              <a:lnSpc>
                <a:spcPct val="100000"/>
              </a:lnSpc>
            </a:pPr>
            <a:r>
              <a:rPr lang="es-ES" sz="1700" dirty="0"/>
              <a:t>1 Switch de capa 3: sea el switch general el encargado de redireccionar cada</a:t>
            </a:r>
            <a:r>
              <a:rPr lang="es-ES" sz="1700"/>
              <a:t> u</a:t>
            </a:r>
            <a:r>
              <a:rPr lang="es-ES" sz="1700" dirty="0"/>
              <a:t>na de las peticiones de los empleados entre departamentos.</a:t>
            </a:r>
          </a:p>
          <a:p>
            <a:pPr>
              <a:lnSpc>
                <a:spcPct val="100000"/>
              </a:lnSpc>
            </a:pPr>
            <a:r>
              <a:rPr lang="es-ES" sz="1700"/>
              <a:t>5 Impresoras:</a:t>
            </a:r>
          </a:p>
          <a:p>
            <a:pPr>
              <a:lnSpc>
                <a:spcPct val="100000"/>
              </a:lnSpc>
            </a:pPr>
            <a:r>
              <a:rPr lang="es-ES" sz="1700" dirty="0"/>
              <a:t>1 </a:t>
            </a:r>
            <a:r>
              <a:rPr lang="es-ES" sz="1700" dirty="0" err="1"/>
              <a:t>Router</a:t>
            </a:r>
            <a:r>
              <a:rPr lang="es-ES" sz="1700" dirty="0"/>
              <a:t> para poder acceder al exterior es decir para poder acceder a internet.</a:t>
            </a:r>
          </a:p>
          <a:p>
            <a:pPr>
              <a:lnSpc>
                <a:spcPct val="100000"/>
              </a:lnSpc>
            </a:pPr>
            <a:r>
              <a:rPr lang="es-ES" sz="1700" dirty="0"/>
              <a:t>1 Access Point el cual </a:t>
            </a:r>
            <a:r>
              <a:rPr lang="es-ES" sz="1700"/>
              <a:t>será</a:t>
            </a:r>
            <a:r>
              <a:rPr lang="es-ES" sz="1700" dirty="0"/>
              <a:t> principalmente para la zona común es decir para los clientes que necesiten el acceso a internet para cualquier consulta.</a:t>
            </a:r>
          </a:p>
        </p:txBody>
      </p:sp>
      <p:pic>
        <p:nvPicPr>
          <p:cNvPr id="4" name="Imagen 3" descr="Diagrama&#10;&#10;El contenido generado por IA puede ser incorrecto.">
            <a:extLst>
              <a:ext uri="{FF2B5EF4-FFF2-40B4-BE49-F238E27FC236}">
                <a16:creationId xmlns:a16="http://schemas.microsoft.com/office/drawing/2014/main" id="{F32775CA-CFFF-46C2-A4D7-566B216087D7}"/>
              </a:ext>
            </a:extLst>
          </p:cNvPr>
          <p:cNvPicPr>
            <a:picLocks noChangeAspect="1"/>
          </p:cNvPicPr>
          <p:nvPr/>
        </p:nvPicPr>
        <p:blipFill>
          <a:blip r:embed="rId2"/>
          <a:stretch>
            <a:fillRect/>
          </a:stretch>
        </p:blipFill>
        <p:spPr>
          <a:xfrm>
            <a:off x="520334" y="2345104"/>
            <a:ext cx="5729409" cy="4004407"/>
          </a:xfrm>
          <a:prstGeom prst="rect">
            <a:avLst/>
          </a:prstGeom>
        </p:spPr>
      </p:pic>
    </p:spTree>
    <p:extLst>
      <p:ext uri="{BB962C8B-B14F-4D97-AF65-F5344CB8AC3E}">
        <p14:creationId xmlns:p14="http://schemas.microsoft.com/office/powerpoint/2010/main" val="271868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1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2705305-8169-01BD-0C8F-854B46C87851}"/>
              </a:ext>
            </a:extLst>
          </p:cNvPr>
          <p:cNvSpPr>
            <a:spLocks noGrp="1"/>
          </p:cNvSpPr>
          <p:nvPr>
            <p:ph type="title"/>
          </p:nvPr>
        </p:nvSpPr>
        <p:spPr>
          <a:xfrm>
            <a:off x="521208" y="978408"/>
            <a:ext cx="3397649" cy="3303764"/>
          </a:xfrm>
        </p:spPr>
        <p:txBody>
          <a:bodyPr vert="horz" lIns="91440" tIns="45720" rIns="91440" bIns="45720" rtlCol="0" anchor="t">
            <a:normAutofit/>
          </a:bodyPr>
          <a:lstStyle/>
          <a:p>
            <a:r>
              <a:rPr lang="en-US" sz="4800" dirty="0"/>
              <a:t>Diseño de la red.</a:t>
            </a:r>
          </a:p>
        </p:txBody>
      </p:sp>
      <p:sp>
        <p:nvSpPr>
          <p:cNvPr id="11" name="Freeform: Shape 15">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Marcador de contenido 4" descr="Diagrama&#10;&#10;El contenido generado por IA puede ser incorrecto.">
            <a:extLst>
              <a:ext uri="{FF2B5EF4-FFF2-40B4-BE49-F238E27FC236}">
                <a16:creationId xmlns:a16="http://schemas.microsoft.com/office/drawing/2014/main" id="{A700EEDA-B780-66C1-05A4-A2BA9933BFF4}"/>
              </a:ext>
            </a:extLst>
          </p:cNvPr>
          <p:cNvPicPr>
            <a:picLocks noGrp="1" noChangeAspect="1"/>
          </p:cNvPicPr>
          <p:nvPr>
            <p:ph idx="1"/>
          </p:nvPr>
        </p:nvPicPr>
        <p:blipFill>
          <a:blip r:embed="rId2"/>
          <a:stretch>
            <a:fillRect/>
          </a:stretch>
        </p:blipFill>
        <p:spPr>
          <a:xfrm>
            <a:off x="4119154" y="965741"/>
            <a:ext cx="7551931" cy="5286350"/>
          </a:xfrm>
          <a:prstGeom prst="rect">
            <a:avLst/>
          </a:prstGeom>
        </p:spPr>
      </p:pic>
      <p:sp>
        <p:nvSpPr>
          <p:cNvPr id="15" name="CuadroTexto 14">
            <a:extLst>
              <a:ext uri="{FF2B5EF4-FFF2-40B4-BE49-F238E27FC236}">
                <a16:creationId xmlns:a16="http://schemas.microsoft.com/office/drawing/2014/main" id="{A1248FE4-956C-F6A0-042C-6C08A141FB4C}"/>
              </a:ext>
            </a:extLst>
          </p:cNvPr>
          <p:cNvSpPr txBox="1"/>
          <p:nvPr/>
        </p:nvSpPr>
        <p:spPr>
          <a:xfrm>
            <a:off x="524989" y="2633020"/>
            <a:ext cx="359167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dirty="0"/>
              <a:t>En este caso la red se divide en 5 subredes denominadas principalmente </a:t>
            </a:r>
            <a:r>
              <a:rPr lang="es-ES" dirty="0" err="1"/>
              <a:t>VLANs</a:t>
            </a:r>
            <a:r>
              <a:rPr lang="es-ES" dirty="0"/>
              <a:t>, las cuales están para así poder particionar la red de una forma en la cual tengamos en este caso 8, una para cada departamento de la empresa. La idea es que cada sección de la empresa se pueda comunicar con las </a:t>
            </a:r>
            <a:r>
              <a:rPr lang="es-ES"/>
              <a:t>demás</a:t>
            </a:r>
            <a:r>
              <a:rPr lang="es-ES" dirty="0"/>
              <a:t> a excepción de la VLAN 70 que es la zona de invitados y tienen permiso a entrar en el aérea de empleados.</a:t>
            </a:r>
          </a:p>
        </p:txBody>
      </p:sp>
    </p:spTree>
    <p:extLst>
      <p:ext uri="{BB962C8B-B14F-4D97-AF65-F5344CB8AC3E}">
        <p14:creationId xmlns:p14="http://schemas.microsoft.com/office/powerpoint/2010/main" val="9333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F4E97-7D6B-EAF4-8830-02EB7FE9225F}"/>
              </a:ext>
            </a:extLst>
          </p:cNvPr>
          <p:cNvSpPr>
            <a:spLocks noGrp="1"/>
          </p:cNvSpPr>
          <p:nvPr>
            <p:ph type="title"/>
          </p:nvPr>
        </p:nvSpPr>
        <p:spPr/>
        <p:txBody>
          <a:bodyPr/>
          <a:lstStyle/>
          <a:p>
            <a:r>
              <a:rPr lang="es-ES"/>
              <a:t>Tabla de VLAN</a:t>
            </a:r>
          </a:p>
        </p:txBody>
      </p:sp>
      <p:graphicFrame>
        <p:nvGraphicFramePr>
          <p:cNvPr id="5" name="Marcador de contenido 4">
            <a:extLst>
              <a:ext uri="{FF2B5EF4-FFF2-40B4-BE49-F238E27FC236}">
                <a16:creationId xmlns:a16="http://schemas.microsoft.com/office/drawing/2014/main" id="{6036F972-5E39-5E86-583F-3E6A994DC3A5}"/>
              </a:ext>
            </a:extLst>
          </p:cNvPr>
          <p:cNvGraphicFramePr>
            <a:graphicFrameLocks noGrp="1"/>
          </p:cNvGraphicFramePr>
          <p:nvPr>
            <p:ph idx="1"/>
            <p:extLst>
              <p:ext uri="{D42A27DB-BD31-4B8C-83A1-F6EECF244321}">
                <p14:modId xmlns:p14="http://schemas.microsoft.com/office/powerpoint/2010/main" val="2647011236"/>
              </p:ext>
            </p:extLst>
          </p:nvPr>
        </p:nvGraphicFramePr>
        <p:xfrm>
          <a:off x="520700" y="2578100"/>
          <a:ext cx="11156948" cy="3342198"/>
        </p:xfrm>
        <a:graphic>
          <a:graphicData uri="http://schemas.openxmlformats.org/drawingml/2006/table">
            <a:tbl>
              <a:tblPr firstRow="1" bandRow="1">
                <a:tableStyleId>{5C22544A-7EE6-4342-B048-85BDC9FD1C3A}</a:tableStyleId>
              </a:tblPr>
              <a:tblGrid>
                <a:gridCol w="2789237">
                  <a:extLst>
                    <a:ext uri="{9D8B030D-6E8A-4147-A177-3AD203B41FA5}">
                      <a16:colId xmlns:a16="http://schemas.microsoft.com/office/drawing/2014/main" val="1247801234"/>
                    </a:ext>
                  </a:extLst>
                </a:gridCol>
                <a:gridCol w="2789237">
                  <a:extLst>
                    <a:ext uri="{9D8B030D-6E8A-4147-A177-3AD203B41FA5}">
                      <a16:colId xmlns:a16="http://schemas.microsoft.com/office/drawing/2014/main" val="3842434405"/>
                    </a:ext>
                  </a:extLst>
                </a:gridCol>
                <a:gridCol w="2789237">
                  <a:extLst>
                    <a:ext uri="{9D8B030D-6E8A-4147-A177-3AD203B41FA5}">
                      <a16:colId xmlns:a16="http://schemas.microsoft.com/office/drawing/2014/main" val="396767403"/>
                    </a:ext>
                  </a:extLst>
                </a:gridCol>
                <a:gridCol w="2789237">
                  <a:extLst>
                    <a:ext uri="{9D8B030D-6E8A-4147-A177-3AD203B41FA5}">
                      <a16:colId xmlns:a16="http://schemas.microsoft.com/office/drawing/2014/main" val="2922816772"/>
                    </a:ext>
                  </a:extLst>
                </a:gridCol>
              </a:tblGrid>
              <a:tr h="370840">
                <a:tc>
                  <a:txBody>
                    <a:bodyPr/>
                    <a:lstStyle/>
                    <a:p>
                      <a:r>
                        <a:rPr lang="es-ES"/>
                        <a:t>Nombre de La VLAN</a:t>
                      </a:r>
                      <a:endParaRPr lang="es-ES" dirty="0"/>
                    </a:p>
                  </a:txBody>
                  <a:tcPr/>
                </a:tc>
                <a:tc>
                  <a:txBody>
                    <a:bodyPr/>
                    <a:lstStyle/>
                    <a:p>
                      <a:pPr lvl="0">
                        <a:buNone/>
                      </a:pPr>
                      <a:r>
                        <a:rPr lang="es-ES"/>
                        <a:t>Numero</a:t>
                      </a:r>
                      <a:endParaRPr lang="es-ES" dirty="0"/>
                    </a:p>
                  </a:txBody>
                  <a:tcPr/>
                </a:tc>
                <a:tc>
                  <a:txBody>
                    <a:bodyPr/>
                    <a:lstStyle/>
                    <a:p>
                      <a:r>
                        <a:rPr lang="es-ES" dirty="0" err="1"/>
                        <a:t>DIrección</a:t>
                      </a:r>
                      <a:r>
                        <a:rPr lang="es-ES" dirty="0"/>
                        <a:t> de Red</a:t>
                      </a:r>
                    </a:p>
                  </a:txBody>
                  <a:tcPr/>
                </a:tc>
                <a:tc>
                  <a:txBody>
                    <a:bodyPr/>
                    <a:lstStyle/>
                    <a:p>
                      <a:r>
                        <a:rPr lang="es-ES"/>
                        <a:t>Puerta de enlace</a:t>
                      </a:r>
                    </a:p>
                  </a:txBody>
                  <a:tcPr/>
                </a:tc>
                <a:extLst>
                  <a:ext uri="{0D108BD9-81ED-4DB2-BD59-A6C34878D82A}">
                    <a16:rowId xmlns:a16="http://schemas.microsoft.com/office/drawing/2014/main" val="402754330"/>
                  </a:ext>
                </a:extLst>
              </a:tr>
              <a:tr h="370840">
                <a:tc>
                  <a:txBody>
                    <a:bodyPr/>
                    <a:lstStyle/>
                    <a:p>
                      <a:r>
                        <a:rPr lang="es-ES"/>
                        <a:t>Recepción</a:t>
                      </a:r>
                    </a:p>
                  </a:txBody>
                  <a:tcPr/>
                </a:tc>
                <a:tc>
                  <a:txBody>
                    <a:bodyPr/>
                    <a:lstStyle/>
                    <a:p>
                      <a:pPr lvl="0">
                        <a:buNone/>
                      </a:pPr>
                      <a:r>
                        <a:rPr lang="es-ES"/>
                        <a:t>10</a:t>
                      </a:r>
                      <a:endParaRPr lang="es-ES" dirty="0"/>
                    </a:p>
                  </a:txBody>
                  <a:tcPr/>
                </a:tc>
                <a:tc>
                  <a:txBody>
                    <a:bodyPr/>
                    <a:lstStyle/>
                    <a:p>
                      <a:r>
                        <a:rPr lang="es-ES"/>
                        <a:t>192.168.10.0/24</a:t>
                      </a:r>
                    </a:p>
                  </a:txBody>
                  <a:tcPr/>
                </a:tc>
                <a:tc>
                  <a:txBody>
                    <a:bodyPr/>
                    <a:lstStyle/>
                    <a:p>
                      <a:r>
                        <a:rPr lang="es-ES"/>
                        <a:t>192.168.10.1</a:t>
                      </a:r>
                    </a:p>
                  </a:txBody>
                  <a:tcPr/>
                </a:tc>
                <a:extLst>
                  <a:ext uri="{0D108BD9-81ED-4DB2-BD59-A6C34878D82A}">
                    <a16:rowId xmlns:a16="http://schemas.microsoft.com/office/drawing/2014/main" val="2485674414"/>
                  </a:ext>
                </a:extLst>
              </a:tr>
              <a:tr h="370840">
                <a:tc>
                  <a:txBody>
                    <a:bodyPr/>
                    <a:lstStyle/>
                    <a:p>
                      <a:r>
                        <a:rPr lang="es-ES"/>
                        <a:t>RR. HH.</a:t>
                      </a:r>
                    </a:p>
                  </a:txBody>
                  <a:tcPr/>
                </a:tc>
                <a:tc>
                  <a:txBody>
                    <a:bodyPr/>
                    <a:lstStyle/>
                    <a:p>
                      <a:pPr lvl="0">
                        <a:buNone/>
                      </a:pPr>
                      <a:r>
                        <a:rPr lang="es-ES"/>
                        <a:t>20</a:t>
                      </a:r>
                      <a:endParaRPr lang="es-ES" dirty="0"/>
                    </a:p>
                  </a:txBody>
                  <a:tcPr/>
                </a:tc>
                <a:tc>
                  <a:txBody>
                    <a:bodyPr/>
                    <a:lstStyle/>
                    <a:p>
                      <a:pPr lvl="0">
                        <a:buNone/>
                      </a:pPr>
                      <a:r>
                        <a:rPr lang="es-ES" sz="1800" b="0" i="0" u="none" strike="noStrike" noProof="0">
                          <a:solidFill>
                            <a:srgbClr val="000000"/>
                          </a:solidFill>
                          <a:latin typeface="Bierstadt"/>
                        </a:rPr>
                        <a:t>192.168.20.0/24</a:t>
                      </a:r>
                      <a:endParaRPr lang="es-ES"/>
                    </a:p>
                  </a:txBody>
                  <a:tcPr/>
                </a:tc>
                <a:tc>
                  <a:txBody>
                    <a:bodyPr/>
                    <a:lstStyle/>
                    <a:p>
                      <a:pPr lvl="0">
                        <a:buNone/>
                      </a:pPr>
                      <a:r>
                        <a:rPr lang="es-ES" sz="1800" b="0" i="0" u="none" strike="noStrike" noProof="0">
                          <a:solidFill>
                            <a:srgbClr val="000000"/>
                          </a:solidFill>
                          <a:latin typeface="Bierstadt"/>
                        </a:rPr>
                        <a:t>192.168.20.1</a:t>
                      </a:r>
                      <a:endParaRPr lang="es-ES"/>
                    </a:p>
                  </a:txBody>
                  <a:tcPr/>
                </a:tc>
                <a:extLst>
                  <a:ext uri="{0D108BD9-81ED-4DB2-BD59-A6C34878D82A}">
                    <a16:rowId xmlns:a16="http://schemas.microsoft.com/office/drawing/2014/main" val="4181864011"/>
                  </a:ext>
                </a:extLst>
              </a:tr>
              <a:tr h="370840">
                <a:tc>
                  <a:txBody>
                    <a:bodyPr/>
                    <a:lstStyle/>
                    <a:p>
                      <a:r>
                        <a:rPr lang="es-ES"/>
                        <a:t>Administración</a:t>
                      </a:r>
                    </a:p>
                  </a:txBody>
                  <a:tcPr/>
                </a:tc>
                <a:tc>
                  <a:txBody>
                    <a:bodyPr/>
                    <a:lstStyle/>
                    <a:p>
                      <a:pPr lvl="0">
                        <a:buNone/>
                      </a:pPr>
                      <a:r>
                        <a:rPr lang="es-ES"/>
                        <a:t>30</a:t>
                      </a:r>
                      <a:endParaRPr lang="es-ES" dirty="0"/>
                    </a:p>
                  </a:txBody>
                  <a:tcPr/>
                </a:tc>
                <a:tc>
                  <a:txBody>
                    <a:bodyPr/>
                    <a:lstStyle/>
                    <a:p>
                      <a:pPr lvl="0">
                        <a:buNone/>
                      </a:pPr>
                      <a:r>
                        <a:rPr lang="es-ES" sz="1800" b="0" i="0" u="none" strike="noStrike" noProof="0">
                          <a:solidFill>
                            <a:srgbClr val="000000"/>
                          </a:solidFill>
                          <a:latin typeface="Bierstadt"/>
                        </a:rPr>
                        <a:t>192.168.30.0/24</a:t>
                      </a:r>
                      <a:endParaRPr lang="es-ES"/>
                    </a:p>
                  </a:txBody>
                  <a:tcPr/>
                </a:tc>
                <a:tc>
                  <a:txBody>
                    <a:bodyPr/>
                    <a:lstStyle/>
                    <a:p>
                      <a:pPr lvl="0">
                        <a:buNone/>
                      </a:pPr>
                      <a:r>
                        <a:rPr lang="es-ES" sz="1800" b="0" i="0" u="none" strike="noStrike" noProof="0">
                          <a:solidFill>
                            <a:srgbClr val="000000"/>
                          </a:solidFill>
                          <a:latin typeface="Bierstadt"/>
                        </a:rPr>
                        <a:t>192.168.30.1</a:t>
                      </a:r>
                      <a:endParaRPr lang="es-ES"/>
                    </a:p>
                  </a:txBody>
                  <a:tcPr/>
                </a:tc>
                <a:extLst>
                  <a:ext uri="{0D108BD9-81ED-4DB2-BD59-A6C34878D82A}">
                    <a16:rowId xmlns:a16="http://schemas.microsoft.com/office/drawing/2014/main" val="3469096676"/>
                  </a:ext>
                </a:extLst>
              </a:tr>
              <a:tr h="370840">
                <a:tc>
                  <a:txBody>
                    <a:bodyPr/>
                    <a:lstStyle/>
                    <a:p>
                      <a:r>
                        <a:rPr lang="es-ES" dirty="0" err="1"/>
                        <a:t>Producci</a:t>
                      </a:r>
                      <a:r>
                        <a:rPr lang="es-ES" dirty="0"/>
                        <a:t>ón</a:t>
                      </a:r>
                    </a:p>
                  </a:txBody>
                  <a:tcPr/>
                </a:tc>
                <a:tc>
                  <a:txBody>
                    <a:bodyPr/>
                    <a:lstStyle/>
                    <a:p>
                      <a:pPr lvl="0">
                        <a:buNone/>
                      </a:pPr>
                      <a:r>
                        <a:rPr lang="es-ES"/>
                        <a:t>40</a:t>
                      </a:r>
                      <a:endParaRPr lang="es-ES" dirty="0"/>
                    </a:p>
                  </a:txBody>
                  <a:tcPr/>
                </a:tc>
                <a:tc>
                  <a:txBody>
                    <a:bodyPr/>
                    <a:lstStyle/>
                    <a:p>
                      <a:pPr lvl="0">
                        <a:buNone/>
                      </a:pPr>
                      <a:r>
                        <a:rPr lang="es-ES" sz="1800" b="0" i="0" u="none" strike="noStrike" noProof="0">
                          <a:solidFill>
                            <a:srgbClr val="000000"/>
                          </a:solidFill>
                          <a:latin typeface="Bierstadt"/>
                        </a:rPr>
                        <a:t>192.168.40.0/24</a:t>
                      </a:r>
                      <a:endParaRPr lang="es-ES"/>
                    </a:p>
                  </a:txBody>
                  <a:tcPr/>
                </a:tc>
                <a:tc>
                  <a:txBody>
                    <a:bodyPr/>
                    <a:lstStyle/>
                    <a:p>
                      <a:pPr lvl="0">
                        <a:buNone/>
                      </a:pPr>
                      <a:r>
                        <a:rPr lang="es-ES" sz="1800" b="0" i="0" u="none" strike="noStrike" noProof="0">
                          <a:solidFill>
                            <a:srgbClr val="000000"/>
                          </a:solidFill>
                          <a:latin typeface="Bierstadt"/>
                        </a:rPr>
                        <a:t>192.168.40.1</a:t>
                      </a:r>
                      <a:endParaRPr lang="es-ES"/>
                    </a:p>
                  </a:txBody>
                  <a:tcPr/>
                </a:tc>
                <a:extLst>
                  <a:ext uri="{0D108BD9-81ED-4DB2-BD59-A6C34878D82A}">
                    <a16:rowId xmlns:a16="http://schemas.microsoft.com/office/drawing/2014/main" val="10694299"/>
                  </a:ext>
                </a:extLst>
              </a:tr>
              <a:tr h="370840">
                <a:tc>
                  <a:txBody>
                    <a:bodyPr/>
                    <a:lstStyle/>
                    <a:p>
                      <a:r>
                        <a:rPr lang="es-ES"/>
                        <a:t>Marketing</a:t>
                      </a:r>
                    </a:p>
                  </a:txBody>
                  <a:tcPr/>
                </a:tc>
                <a:tc>
                  <a:txBody>
                    <a:bodyPr/>
                    <a:lstStyle/>
                    <a:p>
                      <a:pPr lvl="0">
                        <a:buNone/>
                      </a:pPr>
                      <a:r>
                        <a:rPr lang="es-ES"/>
                        <a:t>50</a:t>
                      </a:r>
                      <a:endParaRPr lang="es-ES" dirty="0"/>
                    </a:p>
                  </a:txBody>
                  <a:tcPr/>
                </a:tc>
                <a:tc>
                  <a:txBody>
                    <a:bodyPr/>
                    <a:lstStyle/>
                    <a:p>
                      <a:pPr lvl="0">
                        <a:buNone/>
                      </a:pPr>
                      <a:r>
                        <a:rPr lang="es-ES" sz="1800" b="0" i="0" u="none" strike="noStrike" noProof="0">
                          <a:solidFill>
                            <a:srgbClr val="000000"/>
                          </a:solidFill>
                          <a:latin typeface="Bierstadt"/>
                        </a:rPr>
                        <a:t>192.168.50.0/24</a:t>
                      </a:r>
                      <a:endParaRPr lang="es-ES"/>
                    </a:p>
                  </a:txBody>
                  <a:tcPr/>
                </a:tc>
                <a:tc>
                  <a:txBody>
                    <a:bodyPr/>
                    <a:lstStyle/>
                    <a:p>
                      <a:pPr lvl="0">
                        <a:buNone/>
                      </a:pPr>
                      <a:r>
                        <a:rPr lang="es-ES" sz="1800" b="0" i="0" u="none" strike="noStrike" noProof="0">
                          <a:solidFill>
                            <a:srgbClr val="000000"/>
                          </a:solidFill>
                          <a:latin typeface="Bierstadt"/>
                        </a:rPr>
                        <a:t>192.168.50.1</a:t>
                      </a:r>
                      <a:endParaRPr lang="es-ES"/>
                    </a:p>
                  </a:txBody>
                  <a:tcPr/>
                </a:tc>
                <a:extLst>
                  <a:ext uri="{0D108BD9-81ED-4DB2-BD59-A6C34878D82A}">
                    <a16:rowId xmlns:a16="http://schemas.microsoft.com/office/drawing/2014/main" val="2824289632"/>
                  </a:ext>
                </a:extLst>
              </a:tr>
              <a:tr h="370840">
                <a:tc>
                  <a:txBody>
                    <a:bodyPr/>
                    <a:lstStyle/>
                    <a:p>
                      <a:r>
                        <a:rPr lang="es-ES"/>
                        <a:t>Dirección</a:t>
                      </a:r>
                    </a:p>
                  </a:txBody>
                  <a:tcPr/>
                </a:tc>
                <a:tc>
                  <a:txBody>
                    <a:bodyPr/>
                    <a:lstStyle/>
                    <a:p>
                      <a:pPr lvl="0">
                        <a:buNone/>
                      </a:pPr>
                      <a:r>
                        <a:rPr lang="es-ES"/>
                        <a:t>60</a:t>
                      </a:r>
                      <a:endParaRPr lang="es-ES" dirty="0"/>
                    </a:p>
                  </a:txBody>
                  <a:tcPr/>
                </a:tc>
                <a:tc>
                  <a:txBody>
                    <a:bodyPr/>
                    <a:lstStyle/>
                    <a:p>
                      <a:pPr lvl="0">
                        <a:buNone/>
                      </a:pPr>
                      <a:r>
                        <a:rPr lang="es-ES" sz="1800" b="0" i="0" u="none" strike="noStrike" noProof="0">
                          <a:solidFill>
                            <a:srgbClr val="000000"/>
                          </a:solidFill>
                          <a:latin typeface="Bierstadt"/>
                        </a:rPr>
                        <a:t>192.168.60.0/24</a:t>
                      </a:r>
                      <a:endParaRPr lang="es-ES"/>
                    </a:p>
                  </a:txBody>
                  <a:tcPr/>
                </a:tc>
                <a:tc>
                  <a:txBody>
                    <a:bodyPr/>
                    <a:lstStyle/>
                    <a:p>
                      <a:pPr lvl="0">
                        <a:buNone/>
                      </a:pPr>
                      <a:r>
                        <a:rPr lang="es-ES" sz="1800" b="0" i="0" u="none" strike="noStrike" noProof="0">
                          <a:solidFill>
                            <a:srgbClr val="000000"/>
                          </a:solidFill>
                          <a:latin typeface="Bierstadt"/>
                        </a:rPr>
                        <a:t>192.168.60.1</a:t>
                      </a:r>
                      <a:endParaRPr lang="es-ES"/>
                    </a:p>
                  </a:txBody>
                  <a:tcPr/>
                </a:tc>
                <a:extLst>
                  <a:ext uri="{0D108BD9-81ED-4DB2-BD59-A6C34878D82A}">
                    <a16:rowId xmlns:a16="http://schemas.microsoft.com/office/drawing/2014/main" val="1526681904"/>
                  </a:ext>
                </a:extLst>
              </a:tr>
              <a:tr h="375478">
                <a:tc>
                  <a:txBody>
                    <a:bodyPr/>
                    <a:lstStyle/>
                    <a:p>
                      <a:r>
                        <a:rPr lang="es-ES" dirty="0"/>
                        <a:t>Invitados / </a:t>
                      </a:r>
                      <a:r>
                        <a:rPr lang="es-ES" dirty="0" err="1"/>
                        <a:t>Guests</a:t>
                      </a:r>
                    </a:p>
                  </a:txBody>
                  <a:tcPr/>
                </a:tc>
                <a:tc>
                  <a:txBody>
                    <a:bodyPr/>
                    <a:lstStyle/>
                    <a:p>
                      <a:pPr lvl="0">
                        <a:buNone/>
                      </a:pPr>
                      <a:r>
                        <a:rPr lang="es-ES"/>
                        <a:t>70</a:t>
                      </a:r>
                      <a:endParaRPr lang="es-ES" dirty="0"/>
                    </a:p>
                  </a:txBody>
                  <a:tcPr/>
                </a:tc>
                <a:tc>
                  <a:txBody>
                    <a:bodyPr/>
                    <a:lstStyle/>
                    <a:p>
                      <a:pPr lvl="0">
                        <a:buNone/>
                      </a:pPr>
                      <a:r>
                        <a:rPr lang="es-ES" sz="1800" b="0" i="0" u="none" strike="noStrike" noProof="0">
                          <a:solidFill>
                            <a:srgbClr val="000000"/>
                          </a:solidFill>
                          <a:latin typeface="Bierstadt"/>
                        </a:rPr>
                        <a:t>192.168.70.0/24</a:t>
                      </a:r>
                      <a:endParaRPr lang="es-ES"/>
                    </a:p>
                  </a:txBody>
                  <a:tcPr/>
                </a:tc>
                <a:tc>
                  <a:txBody>
                    <a:bodyPr/>
                    <a:lstStyle/>
                    <a:p>
                      <a:pPr lvl="0">
                        <a:buNone/>
                      </a:pPr>
                      <a:r>
                        <a:rPr lang="es-ES" sz="1800" b="0" i="0" u="none" strike="noStrike" noProof="0">
                          <a:solidFill>
                            <a:srgbClr val="000000"/>
                          </a:solidFill>
                          <a:latin typeface="Bierstadt"/>
                        </a:rPr>
                        <a:t>192.168.70.1</a:t>
                      </a:r>
                      <a:endParaRPr lang="es-ES"/>
                    </a:p>
                  </a:txBody>
                  <a:tcPr/>
                </a:tc>
                <a:extLst>
                  <a:ext uri="{0D108BD9-81ED-4DB2-BD59-A6C34878D82A}">
                    <a16:rowId xmlns:a16="http://schemas.microsoft.com/office/drawing/2014/main" val="2799564692"/>
                  </a:ext>
                </a:extLst>
              </a:tr>
              <a:tr h="370840">
                <a:tc>
                  <a:txBody>
                    <a:bodyPr/>
                    <a:lstStyle/>
                    <a:p>
                      <a:r>
                        <a:rPr lang="es-ES"/>
                        <a:t>Servidores</a:t>
                      </a:r>
                    </a:p>
                  </a:txBody>
                  <a:tcPr/>
                </a:tc>
                <a:tc>
                  <a:txBody>
                    <a:bodyPr/>
                    <a:lstStyle/>
                    <a:p>
                      <a:pPr lvl="0">
                        <a:buNone/>
                      </a:pPr>
                      <a:r>
                        <a:rPr lang="es-ES"/>
                        <a:t>80</a:t>
                      </a:r>
                      <a:endParaRPr lang="es-ES" dirty="0"/>
                    </a:p>
                  </a:txBody>
                  <a:tcPr/>
                </a:tc>
                <a:tc>
                  <a:txBody>
                    <a:bodyPr/>
                    <a:lstStyle/>
                    <a:p>
                      <a:pPr lvl="0">
                        <a:buNone/>
                      </a:pPr>
                      <a:r>
                        <a:rPr lang="es-ES" sz="1800" b="0" i="0" u="none" strike="noStrike" noProof="0">
                          <a:solidFill>
                            <a:srgbClr val="000000"/>
                          </a:solidFill>
                          <a:latin typeface="Bierstadt"/>
                        </a:rPr>
                        <a:t>192.168.80.0/24</a:t>
                      </a:r>
                      <a:endParaRPr lang="es-ES"/>
                    </a:p>
                  </a:txBody>
                  <a:tcPr/>
                </a:tc>
                <a:tc>
                  <a:txBody>
                    <a:bodyPr/>
                    <a:lstStyle/>
                    <a:p>
                      <a:pPr lvl="0">
                        <a:buNone/>
                      </a:pPr>
                      <a:r>
                        <a:rPr lang="es-ES" sz="1800" b="0" i="0" u="none" strike="noStrike" noProof="0">
                          <a:solidFill>
                            <a:srgbClr val="000000"/>
                          </a:solidFill>
                          <a:latin typeface="Bierstadt"/>
                        </a:rPr>
                        <a:t>192.168.80.1</a:t>
                      </a:r>
                      <a:endParaRPr lang="es-ES"/>
                    </a:p>
                  </a:txBody>
                  <a:tcPr/>
                </a:tc>
                <a:extLst>
                  <a:ext uri="{0D108BD9-81ED-4DB2-BD59-A6C34878D82A}">
                    <a16:rowId xmlns:a16="http://schemas.microsoft.com/office/drawing/2014/main" val="984815892"/>
                  </a:ext>
                </a:extLst>
              </a:tr>
            </a:tbl>
          </a:graphicData>
        </a:graphic>
      </p:graphicFrame>
    </p:spTree>
    <p:extLst>
      <p:ext uri="{BB962C8B-B14F-4D97-AF65-F5344CB8AC3E}">
        <p14:creationId xmlns:p14="http://schemas.microsoft.com/office/powerpoint/2010/main" val="188236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EF73F8D-D496-ED89-44BE-9313541A4C5D}"/>
              </a:ext>
            </a:extLst>
          </p:cNvPr>
          <p:cNvSpPr>
            <a:spLocks noGrp="1"/>
          </p:cNvSpPr>
          <p:nvPr>
            <p:ph type="title"/>
          </p:nvPr>
        </p:nvSpPr>
        <p:spPr>
          <a:xfrm>
            <a:off x="521208" y="978408"/>
            <a:ext cx="6263640" cy="1463040"/>
          </a:xfrm>
        </p:spPr>
        <p:txBody>
          <a:bodyPr>
            <a:normAutofit/>
          </a:bodyPr>
          <a:lstStyle/>
          <a:p>
            <a:r>
              <a:rPr lang="es-ES"/>
              <a:t>Switch central</a:t>
            </a:r>
          </a:p>
        </p:txBody>
      </p:sp>
      <p:sp>
        <p:nvSpPr>
          <p:cNvPr id="11" name="Freeform: Shape 10">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D83EC927-D028-1DBD-FBE1-3F3349D77A1D}"/>
              </a:ext>
            </a:extLst>
          </p:cNvPr>
          <p:cNvSpPr>
            <a:spLocks noGrp="1"/>
          </p:cNvSpPr>
          <p:nvPr>
            <p:ph idx="1"/>
          </p:nvPr>
        </p:nvSpPr>
        <p:spPr>
          <a:xfrm>
            <a:off x="521208" y="2578608"/>
            <a:ext cx="6263640" cy="3767328"/>
          </a:xfrm>
        </p:spPr>
        <p:txBody>
          <a:bodyPr vert="horz" lIns="91440" tIns="45720" rIns="91440" bIns="45720" rtlCol="0">
            <a:normAutofit/>
          </a:bodyPr>
          <a:lstStyle/>
          <a:p>
            <a:r>
              <a:rPr lang="es-ES" dirty="0"/>
              <a:t>En este caso la topología elegida de esta empresa es </a:t>
            </a:r>
            <a:r>
              <a:rPr lang="es-ES"/>
              <a:t>principalmente</a:t>
            </a:r>
            <a:r>
              <a:rPr lang="es-ES" dirty="0"/>
              <a:t> una topología en estrella. En la cual el </a:t>
            </a:r>
            <a:r>
              <a:rPr lang="es-ES"/>
              <a:t>nodo central de la misma es un switch de capa 3. El cual se encarga de redireccionar el tráfico</a:t>
            </a:r>
            <a:r>
              <a:rPr lang="es-ES" dirty="0"/>
              <a:t> de un departamento para poder llevarlo a otro.</a:t>
            </a:r>
          </a:p>
          <a:p>
            <a:r>
              <a:rPr lang="es-ES" dirty="0"/>
              <a:t>En la captura de la derecha se puede </a:t>
            </a:r>
            <a:r>
              <a:rPr lang="es-ES"/>
              <a:t>observar la configuración para la creación de las </a:t>
            </a:r>
            <a:r>
              <a:rPr lang="es-ES" err="1"/>
              <a:t>VLANs</a:t>
            </a:r>
            <a:r>
              <a:rPr lang="es-ES" dirty="0"/>
              <a:t> </a:t>
            </a:r>
            <a:r>
              <a:rPr lang="es-ES" err="1"/>
              <a:t>mecionadas</a:t>
            </a:r>
            <a:r>
              <a:rPr lang="es-ES" dirty="0"/>
              <a:t> anteriormente.</a:t>
            </a:r>
          </a:p>
        </p:txBody>
      </p:sp>
      <p:pic>
        <p:nvPicPr>
          <p:cNvPr id="4" name="Imagen 3" descr="Imagen que contiene Tabla&#10;&#10;El contenido generado por IA puede ser incorrecto.">
            <a:extLst>
              <a:ext uri="{FF2B5EF4-FFF2-40B4-BE49-F238E27FC236}">
                <a16:creationId xmlns:a16="http://schemas.microsoft.com/office/drawing/2014/main" id="{3DBEF3B3-82C7-5C6F-5509-6CB360CFDDFA}"/>
              </a:ext>
            </a:extLst>
          </p:cNvPr>
          <p:cNvPicPr>
            <a:picLocks noChangeAspect="1"/>
          </p:cNvPicPr>
          <p:nvPr/>
        </p:nvPicPr>
        <p:blipFill>
          <a:blip r:embed="rId2"/>
          <a:stretch>
            <a:fillRect/>
          </a:stretch>
        </p:blipFill>
        <p:spPr>
          <a:xfrm>
            <a:off x="7306492" y="976160"/>
            <a:ext cx="4364590" cy="4740847"/>
          </a:xfrm>
          <a:prstGeom prst="rect">
            <a:avLst/>
          </a:prstGeom>
        </p:spPr>
      </p:pic>
    </p:spTree>
    <p:extLst>
      <p:ext uri="{BB962C8B-B14F-4D97-AF65-F5344CB8AC3E}">
        <p14:creationId xmlns:p14="http://schemas.microsoft.com/office/powerpoint/2010/main" val="362470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E60228B-68EC-2FD4-0885-F6ECD265BE3C}"/>
              </a:ext>
            </a:extLst>
          </p:cNvPr>
          <p:cNvSpPr>
            <a:spLocks noGrp="1"/>
          </p:cNvSpPr>
          <p:nvPr>
            <p:ph type="title"/>
          </p:nvPr>
        </p:nvSpPr>
        <p:spPr>
          <a:xfrm>
            <a:off x="521208" y="978408"/>
            <a:ext cx="6300216" cy="1325880"/>
          </a:xfrm>
        </p:spPr>
        <p:txBody>
          <a:bodyPr>
            <a:normAutofit/>
          </a:bodyPr>
          <a:lstStyle/>
          <a:p>
            <a:pPr>
              <a:lnSpc>
                <a:spcPct val="90000"/>
              </a:lnSpc>
            </a:pPr>
            <a:r>
              <a:rPr lang="es-ES" sz="3700"/>
              <a:t>Configuración</a:t>
            </a:r>
            <a:r>
              <a:rPr lang="es-ES" sz="3700" dirty="0"/>
              <a:t> de los Switches de departamento</a:t>
            </a:r>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Imagen 3" descr="Texto&#10;&#10;El contenido generado por IA puede ser incorrecto.">
            <a:extLst>
              <a:ext uri="{FF2B5EF4-FFF2-40B4-BE49-F238E27FC236}">
                <a16:creationId xmlns:a16="http://schemas.microsoft.com/office/drawing/2014/main" id="{CCC01AD1-2719-789D-78D3-068E73E7D310}"/>
              </a:ext>
            </a:extLst>
          </p:cNvPr>
          <p:cNvPicPr>
            <a:picLocks noChangeAspect="1"/>
          </p:cNvPicPr>
          <p:nvPr/>
        </p:nvPicPr>
        <p:blipFill>
          <a:blip r:embed="rId2"/>
          <a:stretch>
            <a:fillRect/>
          </a:stretch>
        </p:blipFill>
        <p:spPr>
          <a:xfrm>
            <a:off x="517867" y="3013937"/>
            <a:ext cx="6281928" cy="3332067"/>
          </a:xfrm>
          <a:prstGeom prst="rect">
            <a:avLst/>
          </a:prstGeom>
        </p:spPr>
      </p:pic>
      <p:sp>
        <p:nvSpPr>
          <p:cNvPr id="3" name="Marcador de contenido 2">
            <a:extLst>
              <a:ext uri="{FF2B5EF4-FFF2-40B4-BE49-F238E27FC236}">
                <a16:creationId xmlns:a16="http://schemas.microsoft.com/office/drawing/2014/main" id="{ABD660A4-3490-D392-FFB1-98A5EDC0CE83}"/>
              </a:ext>
            </a:extLst>
          </p:cNvPr>
          <p:cNvSpPr>
            <a:spLocks noGrp="1"/>
          </p:cNvSpPr>
          <p:nvPr>
            <p:ph idx="1"/>
          </p:nvPr>
        </p:nvSpPr>
        <p:spPr>
          <a:xfrm>
            <a:off x="7507224" y="1088136"/>
            <a:ext cx="4160520" cy="5257800"/>
          </a:xfrm>
        </p:spPr>
        <p:txBody>
          <a:bodyPr vert="horz" lIns="91440" tIns="45720" rIns="91440" bIns="45720" rtlCol="0" anchor="t">
            <a:normAutofit/>
          </a:bodyPr>
          <a:lstStyle/>
          <a:p>
            <a:r>
              <a:rPr lang="es-ES" dirty="0"/>
              <a:t>Después de configurar el Swi</a:t>
            </a:r>
            <a:r>
              <a:rPr lang="es-ES" dirty="0">
                <a:latin typeface="Bierstadt"/>
              </a:rPr>
              <a:t>tch</a:t>
            </a:r>
            <a:r>
              <a:rPr lang="es-ES" dirty="0"/>
              <a:t> central ahora tocan los departamentales, los cuales van configurados el puerto que va hacia el switch central con el modo </a:t>
            </a:r>
            <a:r>
              <a:rPr lang="es-ES" dirty="0" err="1"/>
              <a:t>trunk</a:t>
            </a:r>
            <a:r>
              <a:rPr lang="es-ES" dirty="0"/>
              <a:t>, en cambio para los demás dispositivos centrales como los pc y las impresoras deben de estar en Access a la vlan asignada también en el switch del departamento.</a:t>
            </a:r>
          </a:p>
          <a:p>
            <a:endParaRPr lang="es-ES" dirty="0"/>
          </a:p>
        </p:txBody>
      </p:sp>
    </p:spTree>
    <p:extLst>
      <p:ext uri="{BB962C8B-B14F-4D97-AF65-F5344CB8AC3E}">
        <p14:creationId xmlns:p14="http://schemas.microsoft.com/office/powerpoint/2010/main" val="248320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3D77BF0-EEBF-256C-EFBE-0E48392E870B}"/>
              </a:ext>
            </a:extLst>
          </p:cNvPr>
          <p:cNvSpPr>
            <a:spLocks noGrp="1"/>
          </p:cNvSpPr>
          <p:nvPr>
            <p:ph type="title"/>
          </p:nvPr>
        </p:nvSpPr>
        <p:spPr>
          <a:xfrm>
            <a:off x="521208" y="978408"/>
            <a:ext cx="6300216" cy="1325880"/>
          </a:xfrm>
        </p:spPr>
        <p:txBody>
          <a:bodyPr>
            <a:normAutofit/>
          </a:bodyPr>
          <a:lstStyle/>
          <a:p>
            <a:r>
              <a:rPr lang="es-ES"/>
              <a:t>Configuración</a:t>
            </a:r>
            <a:r>
              <a:rPr lang="es-ES" dirty="0"/>
              <a:t> DHCP</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Imagen 4" descr="Texto&#10;&#10;El contenido generado por IA puede ser incorrecto.">
            <a:extLst>
              <a:ext uri="{FF2B5EF4-FFF2-40B4-BE49-F238E27FC236}">
                <a16:creationId xmlns:a16="http://schemas.microsoft.com/office/drawing/2014/main" id="{411605F9-69BD-2141-4F5C-5E686CCBB01E}"/>
              </a:ext>
            </a:extLst>
          </p:cNvPr>
          <p:cNvPicPr>
            <a:picLocks noChangeAspect="1"/>
          </p:cNvPicPr>
          <p:nvPr/>
        </p:nvPicPr>
        <p:blipFill>
          <a:blip r:embed="rId2"/>
          <a:stretch>
            <a:fillRect/>
          </a:stretch>
        </p:blipFill>
        <p:spPr>
          <a:xfrm>
            <a:off x="517867" y="2429691"/>
            <a:ext cx="4475786" cy="3916313"/>
          </a:xfrm>
          <a:prstGeom prst="rect">
            <a:avLst/>
          </a:prstGeom>
        </p:spPr>
      </p:pic>
      <p:sp>
        <p:nvSpPr>
          <p:cNvPr id="3" name="Marcador de contenido 2">
            <a:extLst>
              <a:ext uri="{FF2B5EF4-FFF2-40B4-BE49-F238E27FC236}">
                <a16:creationId xmlns:a16="http://schemas.microsoft.com/office/drawing/2014/main" id="{A284B61D-07F8-2F5B-770C-1953131CEABB}"/>
              </a:ext>
            </a:extLst>
          </p:cNvPr>
          <p:cNvSpPr>
            <a:spLocks noGrp="1"/>
          </p:cNvSpPr>
          <p:nvPr>
            <p:ph idx="1"/>
          </p:nvPr>
        </p:nvSpPr>
        <p:spPr>
          <a:xfrm>
            <a:off x="7507224" y="1088136"/>
            <a:ext cx="4160520" cy="5257800"/>
          </a:xfrm>
        </p:spPr>
        <p:txBody>
          <a:bodyPr vert="horz" lIns="91440" tIns="45720" rIns="91440" bIns="45720" rtlCol="0" anchor="t">
            <a:normAutofit/>
          </a:bodyPr>
          <a:lstStyle/>
          <a:p>
            <a:pPr>
              <a:lnSpc>
                <a:spcPct val="100000"/>
              </a:lnSpc>
            </a:pPr>
            <a:r>
              <a:rPr lang="es-ES" dirty="0"/>
              <a:t>La configuración del servicio DHCP está en el switch central que es el que conecta directamente con los departamentos y con las vlan.</a:t>
            </a:r>
            <a:endParaRPr lang="es-ES"/>
          </a:p>
          <a:p>
            <a:pPr>
              <a:lnSpc>
                <a:spcPct val="100000"/>
              </a:lnSpc>
            </a:pPr>
            <a:r>
              <a:rPr lang="es-ES" dirty="0"/>
              <a:t>Funciona siempre y cuando el PC en el que necesite una dirección IP el protocolo pueda darle una dirección IP valida y que tenga coherencia en el caso de que este en la vlan 10 deberá asignarle una dirección IP la cual tenga que ver, que este dentro de esa VLAN es decir VLAN 10  dirección IP 192.168.10.X.</a:t>
            </a:r>
            <a:endParaRPr lang="es-ES"/>
          </a:p>
          <a:p>
            <a:pPr>
              <a:lnSpc>
                <a:spcPct val="100000"/>
              </a:lnSpc>
            </a:pPr>
            <a:r>
              <a:rPr lang="es-ES" dirty="0"/>
              <a:t>En la imagen de la derecha se puede ver la </a:t>
            </a:r>
            <a:r>
              <a:rPr lang="es-ES"/>
              <a:t>configuración realizada para que el protocolo DHCP funcione sin problemas.</a:t>
            </a:r>
          </a:p>
        </p:txBody>
      </p:sp>
    </p:spTree>
    <p:extLst>
      <p:ext uri="{BB962C8B-B14F-4D97-AF65-F5344CB8AC3E}">
        <p14:creationId xmlns:p14="http://schemas.microsoft.com/office/powerpoint/2010/main" val="1800844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03F6035-A4B1-07AA-89C5-5C4F391E7FE6}"/>
              </a:ext>
            </a:extLst>
          </p:cNvPr>
          <p:cNvSpPr>
            <a:spLocks noGrp="1"/>
          </p:cNvSpPr>
          <p:nvPr>
            <p:ph type="title"/>
          </p:nvPr>
        </p:nvSpPr>
        <p:spPr>
          <a:xfrm>
            <a:off x="521208" y="978408"/>
            <a:ext cx="5102352" cy="1664208"/>
          </a:xfrm>
        </p:spPr>
        <p:txBody>
          <a:bodyPr>
            <a:normAutofit/>
          </a:bodyPr>
          <a:lstStyle/>
          <a:p>
            <a:r>
              <a:rPr lang="es-ES"/>
              <a:t>Seguridad VLAN 70</a:t>
            </a:r>
          </a:p>
        </p:txBody>
      </p:sp>
      <p:sp>
        <p:nvSpPr>
          <p:cNvPr id="15" name="Rectangle 10">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Texto&#10;&#10;El contenido generado por IA puede ser incorrecto.">
            <a:extLst>
              <a:ext uri="{FF2B5EF4-FFF2-40B4-BE49-F238E27FC236}">
                <a16:creationId xmlns:a16="http://schemas.microsoft.com/office/drawing/2014/main" id="{7BADFE96-D624-D7CC-99EB-DFEDD644A676}"/>
              </a:ext>
            </a:extLst>
          </p:cNvPr>
          <p:cNvPicPr>
            <a:picLocks noChangeAspect="1"/>
          </p:cNvPicPr>
          <p:nvPr/>
        </p:nvPicPr>
        <p:blipFill>
          <a:blip r:embed="rId2"/>
          <a:stretch>
            <a:fillRect/>
          </a:stretch>
        </p:blipFill>
        <p:spPr>
          <a:xfrm>
            <a:off x="517871" y="3837013"/>
            <a:ext cx="5112393" cy="1506550"/>
          </a:xfrm>
          <a:prstGeom prst="rect">
            <a:avLst/>
          </a:prstGeom>
        </p:spPr>
      </p:pic>
      <p:sp>
        <p:nvSpPr>
          <p:cNvPr id="3" name="Marcador de contenido 2">
            <a:extLst>
              <a:ext uri="{FF2B5EF4-FFF2-40B4-BE49-F238E27FC236}">
                <a16:creationId xmlns:a16="http://schemas.microsoft.com/office/drawing/2014/main" id="{1DF687DF-F4B7-75BE-17F0-88F1D326E40A}"/>
              </a:ext>
            </a:extLst>
          </p:cNvPr>
          <p:cNvSpPr>
            <a:spLocks noGrp="1"/>
          </p:cNvSpPr>
          <p:nvPr>
            <p:ph idx="1"/>
          </p:nvPr>
        </p:nvSpPr>
        <p:spPr>
          <a:xfrm>
            <a:off x="6163056" y="978408"/>
            <a:ext cx="5504688" cy="5367528"/>
          </a:xfrm>
        </p:spPr>
        <p:txBody>
          <a:bodyPr vert="horz" lIns="91440" tIns="45720" rIns="91440" bIns="45720" rtlCol="0">
            <a:normAutofit/>
          </a:bodyPr>
          <a:lstStyle/>
          <a:p>
            <a:r>
              <a:rPr lang="es-ES" dirty="0"/>
              <a:t>En esta parte lo importante es aplicar el aislamiento de la VLAN 70 hacia el resto de la red local, es decir, mencionado anteriormente tenemos que hacer que la </a:t>
            </a:r>
            <a:r>
              <a:rPr lang="es-ES" dirty="0" err="1"/>
              <a:t>vlan</a:t>
            </a:r>
            <a:r>
              <a:rPr lang="es-ES" dirty="0"/>
              <a:t> 70 sea una red aislada y no se pueda comunicar con el resto de los departamentos.</a:t>
            </a:r>
          </a:p>
          <a:p>
            <a:r>
              <a:rPr lang="es-ES" dirty="0"/>
              <a:t>Esta aislada porque es la zona en la cual </a:t>
            </a:r>
            <a:r>
              <a:rPr lang="es-ES"/>
              <a:t>están</a:t>
            </a:r>
            <a:r>
              <a:rPr lang="es-ES" dirty="0"/>
              <a:t> los clientes y no tienen permiso ninguno para el acceso a los </a:t>
            </a:r>
            <a:r>
              <a:rPr lang="es-ES"/>
              <a:t>departamentos, solamente tienen acceso a internet por cortesía de la empresa.</a:t>
            </a:r>
          </a:p>
        </p:txBody>
      </p:sp>
    </p:spTree>
    <p:extLst>
      <p:ext uri="{BB962C8B-B14F-4D97-AF65-F5344CB8AC3E}">
        <p14:creationId xmlns:p14="http://schemas.microsoft.com/office/powerpoint/2010/main" val="1344596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11F0FA7-EFD3-FA6D-A0F5-6DA8C046D770}"/>
              </a:ext>
            </a:extLst>
          </p:cNvPr>
          <p:cNvSpPr>
            <a:spLocks noGrp="1"/>
          </p:cNvSpPr>
          <p:nvPr>
            <p:ph type="title"/>
          </p:nvPr>
        </p:nvSpPr>
        <p:spPr>
          <a:xfrm>
            <a:off x="521208" y="978408"/>
            <a:ext cx="11155680" cy="1463040"/>
          </a:xfrm>
        </p:spPr>
        <p:txBody>
          <a:bodyPr>
            <a:normAutofit/>
          </a:bodyPr>
          <a:lstStyle/>
          <a:p>
            <a:r>
              <a:rPr lang="es-ES" dirty="0"/>
              <a:t>Pruebas de fun</a:t>
            </a:r>
            <a:r>
              <a:rPr lang="es-ES"/>
              <a:t>cionamiento</a:t>
            </a:r>
          </a:p>
        </p:txBody>
      </p:sp>
      <p:sp>
        <p:nvSpPr>
          <p:cNvPr id="20" name="Freeform: Shape 19">
            <a:extLst>
              <a:ext uri="{FF2B5EF4-FFF2-40B4-BE49-F238E27FC236}">
                <a16:creationId xmlns:a16="http://schemas.microsoft.com/office/drawing/2014/main" id="{F6C8F56F-DFA1-4C0D-A403-803478FC2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Imagen 3" descr="Texto&#10;&#10;El contenido generado por IA puede ser incorrecto.">
            <a:extLst>
              <a:ext uri="{FF2B5EF4-FFF2-40B4-BE49-F238E27FC236}">
                <a16:creationId xmlns:a16="http://schemas.microsoft.com/office/drawing/2014/main" id="{A03FA36A-9EDF-7210-0D18-29E060C55287}"/>
              </a:ext>
            </a:extLst>
          </p:cNvPr>
          <p:cNvPicPr>
            <a:picLocks noChangeAspect="1"/>
          </p:cNvPicPr>
          <p:nvPr/>
        </p:nvPicPr>
        <p:blipFill>
          <a:blip r:embed="rId2"/>
          <a:stretch>
            <a:fillRect/>
          </a:stretch>
        </p:blipFill>
        <p:spPr>
          <a:xfrm>
            <a:off x="508099" y="2578608"/>
            <a:ext cx="3038100" cy="3442858"/>
          </a:xfrm>
          <a:prstGeom prst="rect">
            <a:avLst/>
          </a:prstGeom>
        </p:spPr>
      </p:pic>
      <p:pic>
        <p:nvPicPr>
          <p:cNvPr id="5" name="Imagen 4" descr="Texto&#10;&#10;El contenido generado por IA puede ser incorrecto.">
            <a:extLst>
              <a:ext uri="{FF2B5EF4-FFF2-40B4-BE49-F238E27FC236}">
                <a16:creationId xmlns:a16="http://schemas.microsoft.com/office/drawing/2014/main" id="{CC1E8ADD-50C9-ECF2-84CC-9A23222D7616}"/>
              </a:ext>
            </a:extLst>
          </p:cNvPr>
          <p:cNvPicPr>
            <a:picLocks noChangeAspect="1"/>
          </p:cNvPicPr>
          <p:nvPr/>
        </p:nvPicPr>
        <p:blipFill>
          <a:blip r:embed="rId3"/>
          <a:stretch>
            <a:fillRect/>
          </a:stretch>
        </p:blipFill>
        <p:spPr>
          <a:xfrm>
            <a:off x="3548062" y="2578608"/>
            <a:ext cx="3155331" cy="3443366"/>
          </a:xfrm>
          <a:prstGeom prst="rect">
            <a:avLst/>
          </a:prstGeom>
        </p:spPr>
      </p:pic>
      <p:sp>
        <p:nvSpPr>
          <p:cNvPr id="3" name="Marcador de contenido 2">
            <a:extLst>
              <a:ext uri="{FF2B5EF4-FFF2-40B4-BE49-F238E27FC236}">
                <a16:creationId xmlns:a16="http://schemas.microsoft.com/office/drawing/2014/main" id="{C177925B-5597-120B-F608-6B295BE127AC}"/>
              </a:ext>
            </a:extLst>
          </p:cNvPr>
          <p:cNvSpPr>
            <a:spLocks noGrp="1"/>
          </p:cNvSpPr>
          <p:nvPr>
            <p:ph idx="1"/>
          </p:nvPr>
        </p:nvSpPr>
        <p:spPr>
          <a:xfrm>
            <a:off x="6702552" y="2578608"/>
            <a:ext cx="4965192" cy="3767328"/>
          </a:xfrm>
        </p:spPr>
        <p:txBody>
          <a:bodyPr vert="horz" lIns="91440" tIns="45720" rIns="91440" bIns="45720" rtlCol="0" anchor="t">
            <a:normAutofit/>
          </a:bodyPr>
          <a:lstStyle/>
          <a:p>
            <a:pPr>
              <a:lnSpc>
                <a:spcPct val="100000"/>
              </a:lnSpc>
            </a:pPr>
            <a:r>
              <a:rPr lang="es-ES" sz="1700" dirty="0"/>
              <a:t>En esta parte veremos </a:t>
            </a:r>
            <a:r>
              <a:rPr lang="es-ES" sz="1700" dirty="0" err="1"/>
              <a:t>como</a:t>
            </a:r>
            <a:r>
              <a:rPr lang="es-ES" sz="1700" dirty="0"/>
              <a:t> se pueden comunicar entre departamentos, pero no con la </a:t>
            </a:r>
            <a:r>
              <a:rPr lang="es-ES" sz="1700" dirty="0" err="1"/>
              <a:t>vlan</a:t>
            </a:r>
            <a:r>
              <a:rPr lang="es-ES" sz="1700" dirty="0"/>
              <a:t> 70. Para ello tenemos que hacer ping entre los dispositivos que queramos comprobar su conexión.</a:t>
            </a:r>
          </a:p>
          <a:p>
            <a:pPr>
              <a:lnSpc>
                <a:spcPct val="100000"/>
              </a:lnSpc>
            </a:pPr>
            <a:r>
              <a:rPr lang="es-ES" sz="1700" dirty="0"/>
              <a:t>Hare un ping desde cualquier ordenador de la </a:t>
            </a:r>
            <a:r>
              <a:rPr lang="es-ES" sz="1700" dirty="0" err="1"/>
              <a:t>vlan</a:t>
            </a:r>
            <a:r>
              <a:rPr lang="es-ES" sz="1700" dirty="0"/>
              <a:t> 50 hacia la </a:t>
            </a:r>
            <a:r>
              <a:rPr lang="es-ES" sz="1700" dirty="0" err="1"/>
              <a:t>vlan</a:t>
            </a:r>
            <a:r>
              <a:rPr lang="es-ES" sz="1700" dirty="0"/>
              <a:t> 40, y después otro desde la </a:t>
            </a:r>
            <a:r>
              <a:rPr lang="es-ES" sz="1700" dirty="0" err="1"/>
              <a:t>vlan</a:t>
            </a:r>
            <a:r>
              <a:rPr lang="es-ES" sz="1700" dirty="0"/>
              <a:t> 70 hacia la </a:t>
            </a:r>
            <a:r>
              <a:rPr lang="es-ES" sz="1700" dirty="0" err="1"/>
              <a:t>vlan</a:t>
            </a:r>
            <a:r>
              <a:rPr lang="es-ES" sz="1700" dirty="0"/>
              <a:t> 40.</a:t>
            </a:r>
          </a:p>
          <a:p>
            <a:pPr>
              <a:lnSpc>
                <a:spcPct val="100000"/>
              </a:lnSpc>
            </a:pPr>
            <a:r>
              <a:rPr lang="es-ES" sz="1700"/>
              <a:t>Como se puede ver en la primera imagen lo0s paquetes llegan al 100%, en cambio en la segunda no llegan por la restricción que le acabamos de poner de que no se pueden comunicar con esa VLAN ningún departamento.</a:t>
            </a:r>
          </a:p>
        </p:txBody>
      </p:sp>
    </p:spTree>
    <p:extLst>
      <p:ext uri="{BB962C8B-B14F-4D97-AF65-F5344CB8AC3E}">
        <p14:creationId xmlns:p14="http://schemas.microsoft.com/office/powerpoint/2010/main" val="4069431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4ABE6-6578-CDDB-D0D5-6BC4C1A71E7D}"/>
              </a:ext>
            </a:extLst>
          </p:cNvPr>
          <p:cNvSpPr>
            <a:spLocks noGrp="1"/>
          </p:cNvSpPr>
          <p:nvPr>
            <p:ph type="title"/>
          </p:nvPr>
        </p:nvSpPr>
        <p:spPr/>
        <p:txBody>
          <a:bodyPr/>
          <a:lstStyle/>
          <a:p>
            <a:r>
              <a:rPr lang="es-ES"/>
              <a:t>Conclusión</a:t>
            </a:r>
          </a:p>
        </p:txBody>
      </p:sp>
      <p:sp>
        <p:nvSpPr>
          <p:cNvPr id="3" name="Marcador de contenido 2">
            <a:extLst>
              <a:ext uri="{FF2B5EF4-FFF2-40B4-BE49-F238E27FC236}">
                <a16:creationId xmlns:a16="http://schemas.microsoft.com/office/drawing/2014/main" id="{824BBA70-DEAA-98EE-C40D-55E0A7D6151D}"/>
              </a:ext>
            </a:extLst>
          </p:cNvPr>
          <p:cNvSpPr>
            <a:spLocks noGrp="1"/>
          </p:cNvSpPr>
          <p:nvPr>
            <p:ph idx="1"/>
          </p:nvPr>
        </p:nvSpPr>
        <p:spPr/>
        <p:txBody>
          <a:bodyPr vert="horz" lIns="91440" tIns="45720" rIns="91440" bIns="45720" rtlCol="0" anchor="t">
            <a:normAutofit/>
          </a:bodyPr>
          <a:lstStyle/>
          <a:p>
            <a:r>
              <a:rPr lang="es-ES" dirty="0"/>
              <a:t>He aprendido gracias a este proyecto a poder gestionar de manera un poco más avanzada las </a:t>
            </a:r>
            <a:r>
              <a:rPr lang="es-ES" dirty="0" err="1"/>
              <a:t>vlan</a:t>
            </a:r>
            <a:r>
              <a:rPr lang="es-ES" dirty="0"/>
              <a:t> a la hora de crear una piscina con las direcciones </a:t>
            </a:r>
            <a:r>
              <a:rPr lang="es-ES" dirty="0" err="1"/>
              <a:t>Ip</a:t>
            </a:r>
            <a:r>
              <a:rPr lang="es-ES" dirty="0"/>
              <a:t> a cada una para que luego en los equipos de cada departamento de </a:t>
            </a:r>
            <a:r>
              <a:rPr lang="es-ES" dirty="0" err="1"/>
              <a:t>de</a:t>
            </a:r>
            <a:r>
              <a:rPr lang="es-ES" dirty="0"/>
              <a:t> una u otra también he aprendido a cómo gestionar la red en cuanto a tener que dejar una VLAN sin acceso a las demás peor solamente con acceso a internet y en cambio con las </a:t>
            </a:r>
            <a:r>
              <a:rPr lang="es-ES" dirty="0" err="1"/>
              <a:t>demas</a:t>
            </a:r>
            <a:r>
              <a:rPr lang="es-ES" dirty="0"/>
              <a:t> </a:t>
            </a:r>
            <a:r>
              <a:rPr lang="es-ES" dirty="0" err="1"/>
              <a:t>si</a:t>
            </a:r>
            <a:r>
              <a:rPr lang="es-ES" dirty="0"/>
              <a:t> que tenían comunicación entre ellas, pero menso con la </a:t>
            </a:r>
            <a:r>
              <a:rPr lang="es-ES" dirty="0" err="1"/>
              <a:t>vlan</a:t>
            </a:r>
            <a:r>
              <a:rPr lang="es-ES" dirty="0"/>
              <a:t> 70.</a:t>
            </a:r>
          </a:p>
          <a:p>
            <a:r>
              <a:rPr lang="es-ES" dirty="0"/>
              <a:t>La red mencionada con los objetivos de esta práctica cumple los requisitos como, por ejemplo: tiene una topología de red clara, los servicios de red </a:t>
            </a:r>
            <a:r>
              <a:rPr lang="es-ES" dirty="0" err="1"/>
              <a:t>estan</a:t>
            </a:r>
            <a:r>
              <a:rPr lang="es-ES" dirty="0"/>
              <a:t> claros el uso de DHCP, y del uso de las VLAN para cada departamento.</a:t>
            </a:r>
          </a:p>
        </p:txBody>
      </p:sp>
    </p:spTree>
    <p:extLst>
      <p:ext uri="{BB962C8B-B14F-4D97-AF65-F5344CB8AC3E}">
        <p14:creationId xmlns:p14="http://schemas.microsoft.com/office/powerpoint/2010/main" val="2268248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6912B86-C60F-BED9-B1A8-EFD405E0BB43}"/>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4800" dirty="0">
                <a:solidFill>
                  <a:schemeClr val="tx2"/>
                </a:solidFill>
              </a:rPr>
              <a:t>Gracias </a:t>
            </a:r>
            <a:r>
              <a:rPr lang="en-US" sz="4800" dirty="0" err="1">
                <a:solidFill>
                  <a:schemeClr val="tx2"/>
                </a:solidFill>
              </a:rPr>
              <a:t>por</a:t>
            </a:r>
            <a:r>
              <a:rPr lang="en-US" sz="4800" dirty="0">
                <a:solidFill>
                  <a:schemeClr val="tx2"/>
                </a:solidFill>
              </a:rPr>
              <a:t> </a:t>
            </a:r>
            <a:r>
              <a:rPr lang="en-US" sz="4800" dirty="0" err="1">
                <a:solidFill>
                  <a:schemeClr val="tx2"/>
                </a:solidFill>
              </a:rPr>
              <a:t>su</a:t>
            </a:r>
            <a:r>
              <a:rPr lang="en-US" sz="4800" dirty="0">
                <a:solidFill>
                  <a:schemeClr val="tx2"/>
                </a:solidFill>
              </a:rPr>
              <a:t> </a:t>
            </a:r>
            <a:r>
              <a:rPr lang="en-US" sz="4800" dirty="0" err="1">
                <a:solidFill>
                  <a:schemeClr val="tx2"/>
                </a:solidFill>
              </a:rPr>
              <a:t>atención</a:t>
            </a:r>
          </a:p>
        </p:txBody>
      </p:sp>
      <p:sp>
        <p:nvSpPr>
          <p:cNvPr id="3" name="Marcador de contenido 2">
            <a:extLst>
              <a:ext uri="{FF2B5EF4-FFF2-40B4-BE49-F238E27FC236}">
                <a16:creationId xmlns:a16="http://schemas.microsoft.com/office/drawing/2014/main" id="{6522FBA6-3CFB-4CD5-C76C-C69C5EA57099}"/>
              </a:ext>
            </a:extLst>
          </p:cNvPr>
          <p:cNvSpPr>
            <a:spLocks noGrp="1"/>
          </p:cNvSpPr>
          <p:nvPr>
            <p:ph type="body" idx="1"/>
          </p:nvPr>
        </p:nvSpPr>
        <p:spPr>
          <a:xfrm>
            <a:off x="517870" y="4406871"/>
            <a:ext cx="3465681" cy="1709890"/>
          </a:xfrm>
        </p:spPr>
        <p:txBody>
          <a:bodyPr vert="horz" lIns="91440" tIns="45720" rIns="91440" bIns="45720" rtlCol="0" anchor="t">
            <a:normAutofit/>
          </a:bodyPr>
          <a:lstStyle/>
          <a:p>
            <a:pPr>
              <a:lnSpc>
                <a:spcPct val="100000"/>
              </a:lnSpc>
            </a:pPr>
            <a:r>
              <a:rPr lang="en-US" i="1" kern="1200">
                <a:solidFill>
                  <a:schemeClr val="tx1"/>
                </a:solidFill>
                <a:latin typeface="+mn-lt"/>
                <a:ea typeface="+mn-ea"/>
                <a:cs typeface="+mn-cs"/>
              </a:rPr>
              <a:t>Nombre: David Tío Vallejo</a:t>
            </a:r>
          </a:p>
          <a:p>
            <a:pPr>
              <a:lnSpc>
                <a:spcPct val="100000"/>
              </a:lnSpc>
            </a:pPr>
            <a:r>
              <a:rPr lang="en-US" i="1" kern="1200" dirty="0" err="1">
                <a:solidFill>
                  <a:schemeClr val="tx1"/>
                </a:solidFill>
                <a:latin typeface="+mn-lt"/>
                <a:ea typeface="+mn-ea"/>
                <a:cs typeface="+mn-cs"/>
              </a:rPr>
              <a:t>Asignatura</a:t>
            </a:r>
            <a:r>
              <a:rPr lang="en-US" i="1" kern="1200" dirty="0">
                <a:solidFill>
                  <a:schemeClr val="tx1"/>
                </a:solidFill>
                <a:latin typeface="+mn-lt"/>
                <a:ea typeface="+mn-ea"/>
                <a:cs typeface="+mn-cs"/>
              </a:rPr>
              <a:t>: Redes Locales</a:t>
            </a:r>
          </a:p>
          <a:p>
            <a:pPr>
              <a:lnSpc>
                <a:spcPct val="100000"/>
              </a:lnSpc>
            </a:pPr>
            <a:r>
              <a:rPr lang="en-US" i="1" kern="1200">
                <a:solidFill>
                  <a:schemeClr val="tx1"/>
                </a:solidFill>
                <a:latin typeface="+mn-lt"/>
                <a:ea typeface="+mn-ea"/>
                <a:cs typeface="+mn-cs"/>
              </a:rPr>
              <a:t>Empresa: Inmobiliaria Chamartin</a:t>
            </a:r>
          </a:p>
        </p:txBody>
      </p:sp>
      <p:sp>
        <p:nvSpPr>
          <p:cNvPr id="15" name="Rectangle 14">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Tipos de Redes PAN, LAN, WAN y MAN: ¿En qué consisten?">
            <a:extLst>
              <a:ext uri="{FF2B5EF4-FFF2-40B4-BE49-F238E27FC236}">
                <a16:creationId xmlns:a16="http://schemas.microsoft.com/office/drawing/2014/main" id="{EC2E3E60-BC0D-E214-11B2-8F1C44E13645}"/>
              </a:ext>
            </a:extLst>
          </p:cNvPr>
          <p:cNvPicPr>
            <a:picLocks noChangeAspect="1"/>
          </p:cNvPicPr>
          <p:nvPr/>
        </p:nvPicPr>
        <p:blipFill>
          <a:blip r:embed="rId2"/>
          <a:stretch>
            <a:fillRect/>
          </a:stretch>
        </p:blipFill>
        <p:spPr>
          <a:xfrm>
            <a:off x="4232366" y="1065629"/>
            <a:ext cx="7438426" cy="4825645"/>
          </a:xfrm>
          <a:prstGeom prst="rect">
            <a:avLst/>
          </a:prstGeom>
        </p:spPr>
      </p:pic>
      <p:sp>
        <p:nvSpPr>
          <p:cNvPr id="17" name="Rectangle 16">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8148491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12</Slides>
  <Notes>0</Notes>
  <HiddenSlides>0</HiddenSlides>
  <MMClips>0</MMClips>
  <ScaleCrop>false</ScaleCrop>
  <HeadingPairs>
    <vt:vector size="4" baseType="variant">
      <vt:variant>
        <vt:lpstr>Tema</vt:lpstr>
      </vt:variant>
      <vt:variant>
        <vt:i4>1</vt:i4>
      </vt:variant>
      <vt:variant>
        <vt:lpstr>Títulos de diapositiva</vt:lpstr>
      </vt:variant>
      <vt:variant>
        <vt:i4>12</vt:i4>
      </vt:variant>
    </vt:vector>
  </HeadingPairs>
  <TitlesOfParts>
    <vt:vector size="13" baseType="lpstr">
      <vt:lpstr>GestaltVTI</vt:lpstr>
      <vt:lpstr>Proyecto Inter modular Redes Locales</vt:lpstr>
      <vt:lpstr>Introducción</vt:lpstr>
      <vt:lpstr>Análisis de necesidades</vt:lpstr>
      <vt:lpstr>Diseño de la red.</vt:lpstr>
      <vt:lpstr>Tabla de VLAN</vt:lpstr>
      <vt:lpstr>Switch central</vt:lpstr>
      <vt:lpstr>Configuración de los Switches de departamento</vt:lpstr>
      <vt:lpstr>Configuración DHCP</vt:lpstr>
      <vt:lpstr>Seguridad VLAN 70</vt:lpstr>
      <vt:lpstr>Pruebas de funcionamiento</vt:lpstr>
      <vt:lpstr>Conclusión</vt:lpstr>
      <vt:lpstr>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381</cp:revision>
  <dcterms:created xsi:type="dcterms:W3CDTF">2026-05-10T16:33:04Z</dcterms:created>
  <dcterms:modified xsi:type="dcterms:W3CDTF">2026-05-11T10:46:15Z</dcterms:modified>
</cp:coreProperties>
</file>