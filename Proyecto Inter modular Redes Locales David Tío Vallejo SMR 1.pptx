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62109-0512-49EB-9A7F-0BF90B6B2EB6}" v="4297" dt="2026-05-10T17:48:33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Tío Vallejo" userId="5f7cebeb295394ec" providerId="Windows Live" clId="Web-{44762109-0512-49EB-9A7F-0BF90B6B2EB6}"/>
    <pc:docChg chg="addSld modSld addMainMaster delMainMaster">
      <pc:chgData name="David Tío Vallejo" userId="5f7cebeb295394ec" providerId="Windows Live" clId="Web-{44762109-0512-49EB-9A7F-0BF90B6B2EB6}" dt="2026-05-10T17:48:30.492" v="4041"/>
      <pc:docMkLst>
        <pc:docMk/>
      </pc:docMkLst>
      <pc:sldChg chg="addSp modSp mod setBg modClrScheme setClrOvrMap chgLayout">
        <pc:chgData name="David Tío Vallejo" userId="5f7cebeb295394ec" providerId="Windows Live" clId="Web-{44762109-0512-49EB-9A7F-0BF90B6B2EB6}" dt="2026-05-10T16:33:38.423" v="15"/>
        <pc:sldMkLst>
          <pc:docMk/>
          <pc:sldMk cId="2406273178" sldId="256"/>
        </pc:sldMkLst>
        <pc:spChg chg="mod">
          <ac:chgData name="David Tío Vallejo" userId="5f7cebeb295394ec" providerId="Windows Live" clId="Web-{44762109-0512-49EB-9A7F-0BF90B6B2EB6}" dt="2026-05-10T16:33:38.423" v="15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David Tío Vallejo" userId="5f7cebeb295394ec" providerId="Windows Live" clId="Web-{44762109-0512-49EB-9A7F-0BF90B6B2EB6}" dt="2026-05-10T16:33:38.423" v="15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David Tío Vallejo" userId="5f7cebeb295394ec" providerId="Windows Live" clId="Web-{44762109-0512-49EB-9A7F-0BF90B6B2EB6}" dt="2026-05-10T16:33:38.423" v="15"/>
          <ac:spMkLst>
            <pc:docMk/>
            <pc:sldMk cId="2406273178" sldId="256"/>
            <ac:spMk id="9" creationId="{B7E2F724-2FB3-4D1D-A730-739B8654C030}"/>
          </ac:spMkLst>
        </pc:spChg>
        <pc:spChg chg="add">
          <ac:chgData name="David Tío Vallejo" userId="5f7cebeb295394ec" providerId="Windows Live" clId="Web-{44762109-0512-49EB-9A7F-0BF90B6B2EB6}" dt="2026-05-10T16:33:38.423" v="15"/>
          <ac:spMkLst>
            <pc:docMk/>
            <pc:sldMk cId="2406273178" sldId="256"/>
            <ac:spMk id="11" creationId="{B2C335F7-F61C-4EB4-80F2-4B1438FE66BB}"/>
          </ac:spMkLst>
        </pc:spChg>
        <pc:picChg chg="add">
          <ac:chgData name="David Tío Vallejo" userId="5f7cebeb295394ec" providerId="Windows Live" clId="Web-{44762109-0512-49EB-9A7F-0BF90B6B2EB6}" dt="2026-05-10T16:33:38.423" v="15"/>
          <ac:picMkLst>
            <pc:docMk/>
            <pc:sldMk cId="2406273178" sldId="256"/>
            <ac:picMk id="4" creationId="{A06050C4-705A-AE96-A2B0-E71C79FB4A22}"/>
          </ac:picMkLst>
        </pc:picChg>
      </pc:sldChg>
      <pc:sldChg chg="addSp delSp modSp new mod setBg">
        <pc:chgData name="David Tío Vallejo" userId="5f7cebeb295394ec" providerId="Windows Live" clId="Web-{44762109-0512-49EB-9A7F-0BF90B6B2EB6}" dt="2026-05-10T16:43:00.482" v="897"/>
        <pc:sldMkLst>
          <pc:docMk/>
          <pc:sldMk cId="3551896583" sldId="257"/>
        </pc:sldMkLst>
        <pc:spChg chg="mod">
          <ac:chgData name="David Tío Vallejo" userId="5f7cebeb295394ec" providerId="Windows Live" clId="Web-{44762109-0512-49EB-9A7F-0BF90B6B2EB6}" dt="2026-05-10T16:43:00.482" v="897"/>
          <ac:spMkLst>
            <pc:docMk/>
            <pc:sldMk cId="3551896583" sldId="257"/>
            <ac:spMk id="2" creationId="{BAFD2C93-0752-2EC0-CCCC-F47D8A46271A}"/>
          </ac:spMkLst>
        </pc:spChg>
        <pc:spChg chg="mod">
          <ac:chgData name="David Tío Vallejo" userId="5f7cebeb295394ec" providerId="Windows Live" clId="Web-{44762109-0512-49EB-9A7F-0BF90B6B2EB6}" dt="2026-05-10T16:43:00.482" v="897"/>
          <ac:spMkLst>
            <pc:docMk/>
            <pc:sldMk cId="3551896583" sldId="257"/>
            <ac:spMk id="3" creationId="{AF621990-ED46-E526-B22D-F34516825BA3}"/>
          </ac:spMkLst>
        </pc:spChg>
        <pc:spChg chg="add del">
          <ac:chgData name="David Tío Vallejo" userId="5f7cebeb295394ec" providerId="Windows Live" clId="Web-{44762109-0512-49EB-9A7F-0BF90B6B2EB6}" dt="2026-05-10T16:43:00.482" v="897"/>
          <ac:spMkLst>
            <pc:docMk/>
            <pc:sldMk cId="3551896583" sldId="257"/>
            <ac:spMk id="8" creationId="{E1ABDA4C-062F-4E88-A079-2279A6477C12}"/>
          </ac:spMkLst>
        </pc:spChg>
        <pc:spChg chg="add del">
          <ac:chgData name="David Tío Vallejo" userId="5f7cebeb295394ec" providerId="Windows Live" clId="Web-{44762109-0512-49EB-9A7F-0BF90B6B2EB6}" dt="2026-05-10T16:43:00.482" v="897"/>
          <ac:spMkLst>
            <pc:docMk/>
            <pc:sldMk cId="3551896583" sldId="257"/>
            <ac:spMk id="10" creationId="{887F59F2-5FBC-40CD-AD35-376AECE49EA6}"/>
          </ac:spMkLst>
        </pc:spChg>
        <pc:spChg chg="add">
          <ac:chgData name="David Tío Vallejo" userId="5f7cebeb295394ec" providerId="Windows Live" clId="Web-{44762109-0512-49EB-9A7F-0BF90B6B2EB6}" dt="2026-05-10T16:43:00.482" v="897"/>
          <ac:spMkLst>
            <pc:docMk/>
            <pc:sldMk cId="3551896583" sldId="257"/>
            <ac:spMk id="15" creationId="{34C0330F-1D4F-4552-B799-615DD237B6DE}"/>
          </ac:spMkLst>
        </pc:spChg>
        <pc:spChg chg="add">
          <ac:chgData name="David Tío Vallejo" userId="5f7cebeb295394ec" providerId="Windows Live" clId="Web-{44762109-0512-49EB-9A7F-0BF90B6B2EB6}" dt="2026-05-10T16:43:00.482" v="897"/>
          <ac:spMkLst>
            <pc:docMk/>
            <pc:sldMk cId="3551896583" sldId="257"/>
            <ac:spMk id="17" creationId="{92BE0106-0C20-465B-A1BE-0BAC2737B1AD}"/>
          </ac:spMkLst>
        </pc:spChg>
        <pc:picChg chg="add mod">
          <ac:chgData name="David Tío Vallejo" userId="5f7cebeb295394ec" providerId="Windows Live" clId="Web-{44762109-0512-49EB-9A7F-0BF90B6B2EB6}" dt="2026-05-10T16:43:00.482" v="897"/>
          <ac:picMkLst>
            <pc:docMk/>
            <pc:sldMk cId="3551896583" sldId="257"/>
            <ac:picMk id="4" creationId="{EFE07298-8F77-CC18-CD7B-B53636E715FF}"/>
          </ac:picMkLst>
        </pc:picChg>
      </pc:sldChg>
      <pc:sldChg chg="addSp modSp new mod setBg">
        <pc:chgData name="David Tío Vallejo" userId="5f7cebeb295394ec" providerId="Windows Live" clId="Web-{44762109-0512-49EB-9A7F-0BF90B6B2EB6}" dt="2026-05-10T16:43:22.998" v="901" actId="20577"/>
        <pc:sldMkLst>
          <pc:docMk/>
          <pc:sldMk cId="2718681776" sldId="258"/>
        </pc:sldMkLst>
        <pc:spChg chg="mod">
          <ac:chgData name="David Tío Vallejo" userId="5f7cebeb295394ec" providerId="Windows Live" clId="Web-{44762109-0512-49EB-9A7F-0BF90B6B2EB6}" dt="2026-05-10T16:42:17.904" v="892"/>
          <ac:spMkLst>
            <pc:docMk/>
            <pc:sldMk cId="2718681776" sldId="258"/>
            <ac:spMk id="2" creationId="{2F1BDD33-6AD2-AAC8-2B77-F11377E18F0A}"/>
          </ac:spMkLst>
        </pc:spChg>
        <pc:spChg chg="mod">
          <ac:chgData name="David Tío Vallejo" userId="5f7cebeb295394ec" providerId="Windows Live" clId="Web-{44762109-0512-49EB-9A7F-0BF90B6B2EB6}" dt="2026-05-10T16:43:22.998" v="901" actId="20577"/>
          <ac:spMkLst>
            <pc:docMk/>
            <pc:sldMk cId="2718681776" sldId="258"/>
            <ac:spMk id="3" creationId="{BBBB3187-94A4-BC92-DF67-CF287733EC53}"/>
          </ac:spMkLst>
        </pc:spChg>
        <pc:spChg chg="add">
          <ac:chgData name="David Tío Vallejo" userId="5f7cebeb295394ec" providerId="Windows Live" clId="Web-{44762109-0512-49EB-9A7F-0BF90B6B2EB6}" dt="2026-05-10T16:42:17.904" v="892"/>
          <ac:spMkLst>
            <pc:docMk/>
            <pc:sldMk cId="2718681776" sldId="258"/>
            <ac:spMk id="8" creationId="{4E17AA97-89A7-45C1-B813-BFF6C23D79E1}"/>
          </ac:spMkLst>
        </pc:spChg>
        <pc:spChg chg="add">
          <ac:chgData name="David Tío Vallejo" userId="5f7cebeb295394ec" providerId="Windows Live" clId="Web-{44762109-0512-49EB-9A7F-0BF90B6B2EB6}" dt="2026-05-10T16:42:17.904" v="892"/>
          <ac:spMkLst>
            <pc:docMk/>
            <pc:sldMk cId="2718681776" sldId="258"/>
            <ac:spMk id="10" creationId="{33AC4FE1-D370-43A6-96C5-076716BB1E76}"/>
          </ac:spMkLst>
        </pc:spChg>
        <pc:spChg chg="add">
          <ac:chgData name="David Tío Vallejo" userId="5f7cebeb295394ec" providerId="Windows Live" clId="Web-{44762109-0512-49EB-9A7F-0BF90B6B2EB6}" dt="2026-05-10T16:42:17.904" v="892"/>
          <ac:spMkLst>
            <pc:docMk/>
            <pc:sldMk cId="2718681776" sldId="258"/>
            <ac:spMk id="12" creationId="{4A3D569D-D3A6-49CA-A483-291E95DACA14}"/>
          </ac:spMkLst>
        </pc:spChg>
        <pc:picChg chg="add mod">
          <ac:chgData name="David Tío Vallejo" userId="5f7cebeb295394ec" providerId="Windows Live" clId="Web-{44762109-0512-49EB-9A7F-0BF90B6B2EB6}" dt="2026-05-10T16:42:36.701" v="895" actId="14100"/>
          <ac:picMkLst>
            <pc:docMk/>
            <pc:sldMk cId="2718681776" sldId="258"/>
            <ac:picMk id="4" creationId="{F32775CA-CFFF-46C2-A4D7-566B216087D7}"/>
          </ac:picMkLst>
        </pc:picChg>
      </pc:sldChg>
      <pc:sldChg chg="addSp delSp modSp new mod setBg">
        <pc:chgData name="David Tío Vallejo" userId="5f7cebeb295394ec" providerId="Windows Live" clId="Web-{44762109-0512-49EB-9A7F-0BF90B6B2EB6}" dt="2026-05-10T16:46:55.918" v="1209" actId="20577"/>
        <pc:sldMkLst>
          <pc:docMk/>
          <pc:sldMk cId="93335107" sldId="259"/>
        </pc:sldMkLst>
        <pc:spChg chg="mod">
          <ac:chgData name="David Tío Vallejo" userId="5f7cebeb295394ec" providerId="Windows Live" clId="Web-{44762109-0512-49EB-9A7F-0BF90B6B2EB6}" dt="2026-05-10T16:44:14.638" v="934"/>
          <ac:spMkLst>
            <pc:docMk/>
            <pc:sldMk cId="93335107" sldId="259"/>
            <ac:spMk id="2" creationId="{22705305-8169-01BD-0C8F-854B46C87851}"/>
          </ac:spMkLst>
        </pc:spChg>
        <pc:spChg chg="add del">
          <ac:chgData name="David Tío Vallejo" userId="5f7cebeb295394ec" providerId="Windows Live" clId="Web-{44762109-0512-49EB-9A7F-0BF90B6B2EB6}" dt="2026-05-10T16:44:14.638" v="934"/>
          <ac:spMkLst>
            <pc:docMk/>
            <pc:sldMk cId="93335107" sldId="259"/>
            <ac:spMk id="3" creationId="{5DED7309-8480-CB25-2C7E-5956E292C71D}"/>
          </ac:spMkLst>
        </pc:spChg>
        <pc:spChg chg="add">
          <ac:chgData name="David Tío Vallejo" userId="5f7cebeb295394ec" providerId="Windows Live" clId="Web-{44762109-0512-49EB-9A7F-0BF90B6B2EB6}" dt="2026-05-10T16:44:14.638" v="934"/>
          <ac:spMkLst>
            <pc:docMk/>
            <pc:sldMk cId="93335107" sldId="259"/>
            <ac:spMk id="7" creationId="{774A975B-A886-5202-0489-6965514A0D14}"/>
          </ac:spMkLst>
        </pc:spChg>
        <pc:spChg chg="add">
          <ac:chgData name="David Tío Vallejo" userId="5f7cebeb295394ec" providerId="Windows Live" clId="Web-{44762109-0512-49EB-9A7F-0BF90B6B2EB6}" dt="2026-05-10T16:44:14.638" v="934"/>
          <ac:spMkLst>
            <pc:docMk/>
            <pc:sldMk cId="93335107" sldId="259"/>
            <ac:spMk id="8" creationId="{EA67E988-5919-57BB-C7DE-D3EAD38A3045}"/>
          </ac:spMkLst>
        </pc:spChg>
        <pc:spChg chg="add">
          <ac:chgData name="David Tío Vallejo" userId="5f7cebeb295394ec" providerId="Windows Live" clId="Web-{44762109-0512-49EB-9A7F-0BF90B6B2EB6}" dt="2026-05-10T16:44:14.638" v="934"/>
          <ac:spMkLst>
            <pc:docMk/>
            <pc:sldMk cId="93335107" sldId="259"/>
            <ac:spMk id="9" creationId="{5820888B-4EA5-E0E8-6D52-7733E1E77451}"/>
          </ac:spMkLst>
        </pc:spChg>
        <pc:spChg chg="add del">
          <ac:chgData name="David Tío Vallejo" userId="5f7cebeb295394ec" providerId="Windows Live" clId="Web-{44762109-0512-49EB-9A7F-0BF90B6B2EB6}" dt="2026-05-10T16:44:10.169" v="933"/>
          <ac:spMkLst>
            <pc:docMk/>
            <pc:sldMk cId="93335107" sldId="259"/>
            <ac:spMk id="10" creationId="{774A975B-A886-5202-0489-6965514A0D14}"/>
          </ac:spMkLst>
        </pc:spChg>
        <pc:spChg chg="add">
          <ac:chgData name="David Tío Vallejo" userId="5f7cebeb295394ec" providerId="Windows Live" clId="Web-{44762109-0512-49EB-9A7F-0BF90B6B2EB6}" dt="2026-05-10T16:44:14.638" v="934"/>
          <ac:spMkLst>
            <pc:docMk/>
            <pc:sldMk cId="93335107" sldId="259"/>
            <ac:spMk id="11" creationId="{06B5A8BF-0680-F9A7-27B1-3971EC934783}"/>
          </ac:spMkLst>
        </pc:spChg>
        <pc:spChg chg="add del">
          <ac:chgData name="David Tío Vallejo" userId="5f7cebeb295394ec" providerId="Windows Live" clId="Web-{44762109-0512-49EB-9A7F-0BF90B6B2EB6}" dt="2026-05-10T16:44:10.169" v="933"/>
          <ac:spMkLst>
            <pc:docMk/>
            <pc:sldMk cId="93335107" sldId="259"/>
            <ac:spMk id="12" creationId="{EA67E988-5919-57BB-C7DE-D3EAD38A3045}"/>
          </ac:spMkLst>
        </pc:spChg>
        <pc:spChg chg="add del">
          <ac:chgData name="David Tío Vallejo" userId="5f7cebeb295394ec" providerId="Windows Live" clId="Web-{44762109-0512-49EB-9A7F-0BF90B6B2EB6}" dt="2026-05-10T16:44:10.169" v="933"/>
          <ac:spMkLst>
            <pc:docMk/>
            <pc:sldMk cId="93335107" sldId="259"/>
            <ac:spMk id="14" creationId="{5820888B-4EA5-E0E8-6D52-7733E1E77451}"/>
          </ac:spMkLst>
        </pc:spChg>
        <pc:spChg chg="add mod">
          <ac:chgData name="David Tío Vallejo" userId="5f7cebeb295394ec" providerId="Windows Live" clId="Web-{44762109-0512-49EB-9A7F-0BF90B6B2EB6}" dt="2026-05-10T16:46:55.918" v="1209" actId="20577"/>
          <ac:spMkLst>
            <pc:docMk/>
            <pc:sldMk cId="93335107" sldId="259"/>
            <ac:spMk id="15" creationId="{A1248FE4-956C-F6A0-042C-6C08A141FB4C}"/>
          </ac:spMkLst>
        </pc:spChg>
        <pc:spChg chg="add del">
          <ac:chgData name="David Tío Vallejo" userId="5f7cebeb295394ec" providerId="Windows Live" clId="Web-{44762109-0512-49EB-9A7F-0BF90B6B2EB6}" dt="2026-05-10T16:44:10.169" v="933"/>
          <ac:spMkLst>
            <pc:docMk/>
            <pc:sldMk cId="93335107" sldId="259"/>
            <ac:spMk id="16" creationId="{06B5A8BF-0680-F9A7-27B1-3971EC934783}"/>
          </ac:spMkLst>
        </pc:spChg>
        <pc:picChg chg="add mod">
          <ac:chgData name="David Tío Vallejo" userId="5f7cebeb295394ec" providerId="Windows Live" clId="Web-{44762109-0512-49EB-9A7F-0BF90B6B2EB6}" dt="2026-05-10T16:44:14.638" v="934"/>
          <ac:picMkLst>
            <pc:docMk/>
            <pc:sldMk cId="93335107" sldId="259"/>
            <ac:picMk id="5" creationId="{A700EEDA-B780-66C1-05A4-A2BA9933BFF4}"/>
          </ac:picMkLst>
        </pc:picChg>
        <pc:picChg chg="add del">
          <ac:chgData name="David Tío Vallejo" userId="5f7cebeb295394ec" providerId="Windows Live" clId="Web-{44762109-0512-49EB-9A7F-0BF90B6B2EB6}" dt="2026-05-10T16:44:17.966" v="936"/>
          <ac:picMkLst>
            <pc:docMk/>
            <pc:sldMk cId="93335107" sldId="259"/>
            <ac:picMk id="13" creationId="{0CA689AA-7067-F0DE-E0A4-5B5F9B3552EE}"/>
          </ac:picMkLst>
        </pc:picChg>
      </pc:sldChg>
      <pc:sldChg chg="addSp delSp modSp new">
        <pc:chgData name="David Tío Vallejo" userId="5f7cebeb295394ec" providerId="Windows Live" clId="Web-{44762109-0512-49EB-9A7F-0BF90B6B2EB6}" dt="2026-05-10T16:51:40.729" v="1760"/>
        <pc:sldMkLst>
          <pc:docMk/>
          <pc:sldMk cId="188236816" sldId="260"/>
        </pc:sldMkLst>
        <pc:spChg chg="mod">
          <ac:chgData name="David Tío Vallejo" userId="5f7cebeb295394ec" providerId="Windows Live" clId="Web-{44762109-0512-49EB-9A7F-0BF90B6B2EB6}" dt="2026-05-10T16:48:08.512" v="1225" actId="20577"/>
          <ac:spMkLst>
            <pc:docMk/>
            <pc:sldMk cId="188236816" sldId="260"/>
            <ac:spMk id="2" creationId="{5E4F4E97-7D6B-EAF4-8830-02EB7FE9225F}"/>
          </ac:spMkLst>
        </pc:spChg>
        <pc:spChg chg="add del">
          <ac:chgData name="David Tío Vallejo" userId="5f7cebeb295394ec" providerId="Windows Live" clId="Web-{44762109-0512-49EB-9A7F-0BF90B6B2EB6}" dt="2026-05-10T16:48:18.668" v="1226"/>
          <ac:spMkLst>
            <pc:docMk/>
            <pc:sldMk cId="188236816" sldId="260"/>
            <ac:spMk id="3" creationId="{DBDE6AF2-4E11-295A-A4CA-5DE8F11EE687}"/>
          </ac:spMkLst>
        </pc:spChg>
        <pc:graphicFrameChg chg="add del mod ord modGraphic">
          <ac:chgData name="David Tío Vallejo" userId="5f7cebeb295394ec" providerId="Windows Live" clId="Web-{44762109-0512-49EB-9A7F-0BF90B6B2EB6}" dt="2026-05-10T16:48:02.137" v="1220"/>
          <ac:graphicFrameMkLst>
            <pc:docMk/>
            <pc:sldMk cId="188236816" sldId="260"/>
            <ac:graphicFrameMk id="4" creationId="{D91FED24-76C4-2556-E48E-8689F6A87653}"/>
          </ac:graphicFrameMkLst>
        </pc:graphicFrameChg>
        <pc:graphicFrameChg chg="add mod ord modGraphic">
          <ac:chgData name="David Tío Vallejo" userId="5f7cebeb295394ec" providerId="Windows Live" clId="Web-{44762109-0512-49EB-9A7F-0BF90B6B2EB6}" dt="2026-05-10T16:51:40.729" v="1760"/>
          <ac:graphicFrameMkLst>
            <pc:docMk/>
            <pc:sldMk cId="188236816" sldId="260"/>
            <ac:graphicFrameMk id="5" creationId="{6036F972-5E39-5E86-583F-3E6A994DC3A5}"/>
          </ac:graphicFrameMkLst>
        </pc:graphicFrameChg>
      </pc:sldChg>
      <pc:sldChg chg="addSp modSp new mod setBg">
        <pc:chgData name="David Tío Vallejo" userId="5f7cebeb295394ec" providerId="Windows Live" clId="Web-{44762109-0512-49EB-9A7F-0BF90B6B2EB6}" dt="2026-05-10T16:57:19.602" v="2007"/>
        <pc:sldMkLst>
          <pc:docMk/>
          <pc:sldMk cId="3624701254" sldId="261"/>
        </pc:sldMkLst>
        <pc:spChg chg="mod">
          <ac:chgData name="David Tío Vallejo" userId="5f7cebeb295394ec" providerId="Windows Live" clId="Web-{44762109-0512-49EB-9A7F-0BF90B6B2EB6}" dt="2026-05-10T16:57:19.602" v="2007"/>
          <ac:spMkLst>
            <pc:docMk/>
            <pc:sldMk cId="3624701254" sldId="261"/>
            <ac:spMk id="2" creationId="{6EF73F8D-D496-ED89-44BE-9313541A4C5D}"/>
          </ac:spMkLst>
        </pc:spChg>
        <pc:spChg chg="mod">
          <ac:chgData name="David Tío Vallejo" userId="5f7cebeb295394ec" providerId="Windows Live" clId="Web-{44762109-0512-49EB-9A7F-0BF90B6B2EB6}" dt="2026-05-10T16:57:19.602" v="2007"/>
          <ac:spMkLst>
            <pc:docMk/>
            <pc:sldMk cId="3624701254" sldId="261"/>
            <ac:spMk id="3" creationId="{D83EC927-D028-1DBD-FBE1-3F3349D77A1D}"/>
          </ac:spMkLst>
        </pc:spChg>
        <pc:spChg chg="add">
          <ac:chgData name="David Tío Vallejo" userId="5f7cebeb295394ec" providerId="Windows Live" clId="Web-{44762109-0512-49EB-9A7F-0BF90B6B2EB6}" dt="2026-05-10T16:57:19.602" v="2007"/>
          <ac:spMkLst>
            <pc:docMk/>
            <pc:sldMk cId="3624701254" sldId="261"/>
            <ac:spMk id="9" creationId="{4065D9BE-A58D-6E8A-D4A2-5056F3C5E9CA}"/>
          </ac:spMkLst>
        </pc:spChg>
        <pc:spChg chg="add">
          <ac:chgData name="David Tío Vallejo" userId="5f7cebeb295394ec" providerId="Windows Live" clId="Web-{44762109-0512-49EB-9A7F-0BF90B6B2EB6}" dt="2026-05-10T16:57:19.602" v="2007"/>
          <ac:spMkLst>
            <pc:docMk/>
            <pc:sldMk cId="3624701254" sldId="261"/>
            <ac:spMk id="11" creationId="{A745E793-BC99-8991-71CD-53FFBB6A8F69}"/>
          </ac:spMkLst>
        </pc:spChg>
        <pc:picChg chg="add mod">
          <ac:chgData name="David Tío Vallejo" userId="5f7cebeb295394ec" providerId="Windows Live" clId="Web-{44762109-0512-49EB-9A7F-0BF90B6B2EB6}" dt="2026-05-10T16:57:19.602" v="2007"/>
          <ac:picMkLst>
            <pc:docMk/>
            <pc:sldMk cId="3624701254" sldId="261"/>
            <ac:picMk id="4" creationId="{3DBEF3B3-82C7-5C6F-5509-6CB360CFDDFA}"/>
          </ac:picMkLst>
        </pc:picChg>
      </pc:sldChg>
      <pc:sldChg chg="addSp delSp modSp new mod setBg">
        <pc:chgData name="David Tío Vallejo" userId="5f7cebeb295394ec" providerId="Windows Live" clId="Web-{44762109-0512-49EB-9A7F-0BF90B6B2EB6}" dt="2026-05-10T17:07:23.224" v="2278" actId="20577"/>
        <pc:sldMkLst>
          <pc:docMk/>
          <pc:sldMk cId="2483207719" sldId="262"/>
        </pc:sldMkLst>
        <pc:spChg chg="mod">
          <ac:chgData name="David Tío Vallejo" userId="5f7cebeb295394ec" providerId="Windows Live" clId="Web-{44762109-0512-49EB-9A7F-0BF90B6B2EB6}" dt="2026-05-10T17:07:23.224" v="2278" actId="20577"/>
          <ac:spMkLst>
            <pc:docMk/>
            <pc:sldMk cId="2483207719" sldId="262"/>
            <ac:spMk id="2" creationId="{7E60228B-68EC-2FD4-0885-F6ECD265BE3C}"/>
          </ac:spMkLst>
        </pc:spChg>
        <pc:spChg chg="mod ord">
          <ac:chgData name="David Tío Vallejo" userId="5f7cebeb295394ec" providerId="Windows Live" clId="Web-{44762109-0512-49EB-9A7F-0BF90B6B2EB6}" dt="2026-05-10T17:07:13.490" v="2276" actId="20577"/>
          <ac:spMkLst>
            <pc:docMk/>
            <pc:sldMk cId="2483207719" sldId="262"/>
            <ac:spMk id="3" creationId="{ABD660A4-3490-D392-FFB1-98A5EDC0CE83}"/>
          </ac:spMkLst>
        </pc:spChg>
        <pc:spChg chg="add del">
          <ac:chgData name="David Tío Vallejo" userId="5f7cebeb295394ec" providerId="Windows Live" clId="Web-{44762109-0512-49EB-9A7F-0BF90B6B2EB6}" dt="2026-05-10T17:06:41.412" v="2269"/>
          <ac:spMkLst>
            <pc:docMk/>
            <pc:sldMk cId="2483207719" sldId="262"/>
            <ac:spMk id="9" creationId="{9EE42DCE-4A4F-44C4-84E5-261B3BEEF1DA}"/>
          </ac:spMkLst>
        </pc:spChg>
        <pc:spChg chg="add del">
          <ac:chgData name="David Tío Vallejo" userId="5f7cebeb295394ec" providerId="Windows Live" clId="Web-{44762109-0512-49EB-9A7F-0BF90B6B2EB6}" dt="2026-05-10T17:06:41.412" v="2269"/>
          <ac:spMkLst>
            <pc:docMk/>
            <pc:sldMk cId="2483207719" sldId="262"/>
            <ac:spMk id="11" creationId="{887F59F2-5FBC-40CD-AD35-376AECE49EA6}"/>
          </ac:spMkLst>
        </pc:spChg>
        <pc:spChg chg="add">
          <ac:chgData name="David Tío Vallejo" userId="5f7cebeb295394ec" providerId="Windows Live" clId="Web-{44762109-0512-49EB-9A7F-0BF90B6B2EB6}" dt="2026-05-10T17:06:41.412" v="2269"/>
          <ac:spMkLst>
            <pc:docMk/>
            <pc:sldMk cId="2483207719" sldId="262"/>
            <ac:spMk id="16" creationId="{9E10BDB4-64F2-477D-A03B-9F8352D5E02E}"/>
          </ac:spMkLst>
        </pc:spChg>
        <pc:spChg chg="add">
          <ac:chgData name="David Tío Vallejo" userId="5f7cebeb295394ec" providerId="Windows Live" clId="Web-{44762109-0512-49EB-9A7F-0BF90B6B2EB6}" dt="2026-05-10T17:06:41.412" v="2269"/>
          <ac:spMkLst>
            <pc:docMk/>
            <pc:sldMk cId="2483207719" sldId="262"/>
            <ac:spMk id="18" creationId="{887F59F2-5FBC-40CD-AD35-376AECE49EA6}"/>
          </ac:spMkLst>
        </pc:spChg>
        <pc:spChg chg="add">
          <ac:chgData name="David Tío Vallejo" userId="5f7cebeb295394ec" providerId="Windows Live" clId="Web-{44762109-0512-49EB-9A7F-0BF90B6B2EB6}" dt="2026-05-10T17:06:41.412" v="2269"/>
          <ac:spMkLst>
            <pc:docMk/>
            <pc:sldMk cId="2483207719" sldId="262"/>
            <ac:spMk id="20" creationId="{7271C494-8107-3D61-D611-4FBC7C22A2B8}"/>
          </ac:spMkLst>
        </pc:spChg>
        <pc:picChg chg="add mod">
          <ac:chgData name="David Tío Vallejo" userId="5f7cebeb295394ec" providerId="Windows Live" clId="Web-{44762109-0512-49EB-9A7F-0BF90B6B2EB6}" dt="2026-05-10T17:06:41.412" v="2269"/>
          <ac:picMkLst>
            <pc:docMk/>
            <pc:sldMk cId="2483207719" sldId="262"/>
            <ac:picMk id="4" creationId="{CCC01AD1-2719-789D-78D3-068E73E7D310}"/>
          </ac:picMkLst>
        </pc:picChg>
      </pc:sldChg>
      <pc:sldChg chg="addSp delSp modSp new mod setBg">
        <pc:chgData name="David Tío Vallejo" userId="5f7cebeb295394ec" providerId="Windows Live" clId="Web-{44762109-0512-49EB-9A7F-0BF90B6B2EB6}" dt="2026-05-10T17:14:44.315" v="2692"/>
        <pc:sldMkLst>
          <pc:docMk/>
          <pc:sldMk cId="1800844978" sldId="263"/>
        </pc:sldMkLst>
        <pc:spChg chg="mod">
          <ac:chgData name="David Tío Vallejo" userId="5f7cebeb295394ec" providerId="Windows Live" clId="Web-{44762109-0512-49EB-9A7F-0BF90B6B2EB6}" dt="2026-05-10T17:14:44.315" v="2692"/>
          <ac:spMkLst>
            <pc:docMk/>
            <pc:sldMk cId="1800844978" sldId="263"/>
            <ac:spMk id="2" creationId="{A3D77BF0-EEBF-256C-EFBE-0E48392E870B}"/>
          </ac:spMkLst>
        </pc:spChg>
        <pc:spChg chg="mod ord">
          <ac:chgData name="David Tío Vallejo" userId="5f7cebeb295394ec" providerId="Windows Live" clId="Web-{44762109-0512-49EB-9A7F-0BF90B6B2EB6}" dt="2026-05-10T17:14:44.315" v="2692"/>
          <ac:spMkLst>
            <pc:docMk/>
            <pc:sldMk cId="1800844978" sldId="263"/>
            <ac:spMk id="3" creationId="{A284B61D-07F8-2F5B-770C-1953131CEABB}"/>
          </ac:spMkLst>
        </pc:spChg>
        <pc:spChg chg="add">
          <ac:chgData name="David Tío Vallejo" userId="5f7cebeb295394ec" providerId="Windows Live" clId="Web-{44762109-0512-49EB-9A7F-0BF90B6B2EB6}" dt="2026-05-10T17:14:44.315" v="2692"/>
          <ac:spMkLst>
            <pc:docMk/>
            <pc:sldMk cId="1800844978" sldId="263"/>
            <ac:spMk id="10" creationId="{9E10BDB4-64F2-477D-A03B-9F8352D5E02E}"/>
          </ac:spMkLst>
        </pc:spChg>
        <pc:spChg chg="add">
          <ac:chgData name="David Tío Vallejo" userId="5f7cebeb295394ec" providerId="Windows Live" clId="Web-{44762109-0512-49EB-9A7F-0BF90B6B2EB6}" dt="2026-05-10T17:14:44.315" v="2692"/>
          <ac:spMkLst>
            <pc:docMk/>
            <pc:sldMk cId="1800844978" sldId="263"/>
            <ac:spMk id="12" creationId="{887F59F2-5FBC-40CD-AD35-376AECE49EA6}"/>
          </ac:spMkLst>
        </pc:spChg>
        <pc:spChg chg="add">
          <ac:chgData name="David Tío Vallejo" userId="5f7cebeb295394ec" providerId="Windows Live" clId="Web-{44762109-0512-49EB-9A7F-0BF90B6B2EB6}" dt="2026-05-10T17:14:44.315" v="2692"/>
          <ac:spMkLst>
            <pc:docMk/>
            <pc:sldMk cId="1800844978" sldId="263"/>
            <ac:spMk id="14" creationId="{7271C494-8107-3D61-D611-4FBC7C22A2B8}"/>
          </ac:spMkLst>
        </pc:spChg>
        <pc:picChg chg="add del mod">
          <ac:chgData name="David Tío Vallejo" userId="5f7cebeb295394ec" providerId="Windows Live" clId="Web-{44762109-0512-49EB-9A7F-0BF90B6B2EB6}" dt="2026-05-10T17:14:13.955" v="2690"/>
          <ac:picMkLst>
            <pc:docMk/>
            <pc:sldMk cId="1800844978" sldId="263"/>
            <ac:picMk id="4" creationId="{3160E492-2331-2F2A-6321-7B7168B5A81C}"/>
          </ac:picMkLst>
        </pc:picChg>
        <pc:picChg chg="add mod">
          <ac:chgData name="David Tío Vallejo" userId="5f7cebeb295394ec" providerId="Windows Live" clId="Web-{44762109-0512-49EB-9A7F-0BF90B6B2EB6}" dt="2026-05-10T17:14:44.315" v="2692"/>
          <ac:picMkLst>
            <pc:docMk/>
            <pc:sldMk cId="1800844978" sldId="263"/>
            <ac:picMk id="5" creationId="{411605F9-69BD-2141-4F5C-5E686CCBB01E}"/>
          </ac:picMkLst>
        </pc:picChg>
      </pc:sldChg>
      <pc:sldChg chg="addSp delSp modSp new mod setBg">
        <pc:chgData name="David Tío Vallejo" userId="5f7cebeb295394ec" providerId="Windows Live" clId="Web-{44762109-0512-49EB-9A7F-0BF90B6B2EB6}" dt="2026-05-10T17:18:41.813" v="2994"/>
        <pc:sldMkLst>
          <pc:docMk/>
          <pc:sldMk cId="1344596357" sldId="264"/>
        </pc:sldMkLst>
        <pc:spChg chg="mod">
          <ac:chgData name="David Tío Vallejo" userId="5f7cebeb295394ec" providerId="Windows Live" clId="Web-{44762109-0512-49EB-9A7F-0BF90B6B2EB6}" dt="2026-05-10T17:18:41.813" v="2994"/>
          <ac:spMkLst>
            <pc:docMk/>
            <pc:sldMk cId="1344596357" sldId="264"/>
            <ac:spMk id="2" creationId="{503F6035-A4B1-07AA-89C5-5C4F391E7FE6}"/>
          </ac:spMkLst>
        </pc:spChg>
        <pc:spChg chg="mod ord">
          <ac:chgData name="David Tío Vallejo" userId="5f7cebeb295394ec" providerId="Windows Live" clId="Web-{44762109-0512-49EB-9A7F-0BF90B6B2EB6}" dt="2026-05-10T17:18:41.813" v="2994"/>
          <ac:spMkLst>
            <pc:docMk/>
            <pc:sldMk cId="1344596357" sldId="264"/>
            <ac:spMk id="3" creationId="{1DF687DF-F4B7-75BE-17F0-88F1D326E40A}"/>
          </ac:spMkLst>
        </pc:spChg>
        <pc:spChg chg="add del">
          <ac:chgData name="David Tío Vallejo" userId="5f7cebeb295394ec" providerId="Windows Live" clId="Web-{44762109-0512-49EB-9A7F-0BF90B6B2EB6}" dt="2026-05-10T17:18:41.813" v="2993"/>
          <ac:spMkLst>
            <pc:docMk/>
            <pc:sldMk cId="1344596357" sldId="264"/>
            <ac:spMk id="9" creationId="{6D16C4DE-5FF1-8D34-BBA1-FC43F315567B}"/>
          </ac:spMkLst>
        </pc:spChg>
        <pc:spChg chg="add del">
          <ac:chgData name="David Tío Vallejo" userId="5f7cebeb295394ec" providerId="Windows Live" clId="Web-{44762109-0512-49EB-9A7F-0BF90B6B2EB6}" dt="2026-05-10T17:18:41.813" v="2993"/>
          <ac:spMkLst>
            <pc:docMk/>
            <pc:sldMk cId="1344596357" sldId="264"/>
            <ac:spMk id="11" creationId="{B6914053-73D7-E377-E88C-94E35AAD489B}"/>
          </ac:spMkLst>
        </pc:spChg>
        <pc:spChg chg="add">
          <ac:chgData name="David Tío Vallejo" userId="5f7cebeb295394ec" providerId="Windows Live" clId="Web-{44762109-0512-49EB-9A7F-0BF90B6B2EB6}" dt="2026-05-10T17:18:41.813" v="2994"/>
          <ac:spMkLst>
            <pc:docMk/>
            <pc:sldMk cId="1344596357" sldId="264"/>
            <ac:spMk id="13" creationId="{4A3D569D-D3A6-49CA-A483-291E95DACA14}"/>
          </ac:spMkLst>
        </pc:spChg>
        <pc:spChg chg="add">
          <ac:chgData name="David Tío Vallejo" userId="5f7cebeb295394ec" providerId="Windows Live" clId="Web-{44762109-0512-49EB-9A7F-0BF90B6B2EB6}" dt="2026-05-10T17:18:41.813" v="2994"/>
          <ac:spMkLst>
            <pc:docMk/>
            <pc:sldMk cId="1344596357" sldId="264"/>
            <ac:spMk id="14" creationId="{A082E5AA-6E5F-4FCC-8C41-11E32F833BFC}"/>
          </ac:spMkLst>
        </pc:spChg>
        <pc:spChg chg="add">
          <ac:chgData name="David Tío Vallejo" userId="5f7cebeb295394ec" providerId="Windows Live" clId="Web-{44762109-0512-49EB-9A7F-0BF90B6B2EB6}" dt="2026-05-10T17:18:41.813" v="2994"/>
          <ac:spMkLst>
            <pc:docMk/>
            <pc:sldMk cId="1344596357" sldId="264"/>
            <ac:spMk id="15" creationId="{92BE0106-0C20-465B-A1BE-0BAC2737B1AD}"/>
          </ac:spMkLst>
        </pc:spChg>
        <pc:picChg chg="add mod">
          <ac:chgData name="David Tío Vallejo" userId="5f7cebeb295394ec" providerId="Windows Live" clId="Web-{44762109-0512-49EB-9A7F-0BF90B6B2EB6}" dt="2026-05-10T17:18:41.813" v="2994"/>
          <ac:picMkLst>
            <pc:docMk/>
            <pc:sldMk cId="1344596357" sldId="264"/>
            <ac:picMk id="4" creationId="{7BADFE96-D624-D7CC-99EB-DFEDD644A676}"/>
          </ac:picMkLst>
        </pc:picChg>
      </pc:sldChg>
      <pc:sldChg chg="addSp delSp modSp new mod setBg">
        <pc:chgData name="David Tío Vallejo" userId="5f7cebeb295394ec" providerId="Windows Live" clId="Web-{44762109-0512-49EB-9A7F-0BF90B6B2EB6}" dt="2026-05-10T17:26:22.107" v="3421" actId="1076"/>
        <pc:sldMkLst>
          <pc:docMk/>
          <pc:sldMk cId="4069431217" sldId="265"/>
        </pc:sldMkLst>
        <pc:spChg chg="mod">
          <ac:chgData name="David Tío Vallejo" userId="5f7cebeb295394ec" providerId="Windows Live" clId="Web-{44762109-0512-49EB-9A7F-0BF90B6B2EB6}" dt="2026-05-10T17:25:41.264" v="3415"/>
          <ac:spMkLst>
            <pc:docMk/>
            <pc:sldMk cId="4069431217" sldId="265"/>
            <ac:spMk id="2" creationId="{511F0FA7-EFD3-FA6D-A0F5-6DA8C046D770}"/>
          </ac:spMkLst>
        </pc:spChg>
        <pc:spChg chg="mod ord">
          <ac:chgData name="David Tío Vallejo" userId="5f7cebeb295394ec" providerId="Windows Live" clId="Web-{44762109-0512-49EB-9A7F-0BF90B6B2EB6}" dt="2026-05-10T17:25:51.045" v="3417" actId="20577"/>
          <ac:spMkLst>
            <pc:docMk/>
            <pc:sldMk cId="4069431217" sldId="265"/>
            <ac:spMk id="3" creationId="{C177925B-5597-120B-F608-6B295BE127AC}"/>
          </ac:spMkLst>
        </pc:spChg>
        <pc:spChg chg="add del">
          <ac:chgData name="David Tío Vallejo" userId="5f7cebeb295394ec" providerId="Windows Live" clId="Web-{44762109-0512-49EB-9A7F-0BF90B6B2EB6}" dt="2026-05-10T17:25:41.264" v="3415"/>
          <ac:spMkLst>
            <pc:docMk/>
            <pc:sldMk cId="4069431217" sldId="265"/>
            <ac:spMk id="9" creationId="{9E10BDB4-64F2-477D-A03B-9F8352D5E02E}"/>
          </ac:spMkLst>
        </pc:spChg>
        <pc:spChg chg="add del">
          <ac:chgData name="David Tío Vallejo" userId="5f7cebeb295394ec" providerId="Windows Live" clId="Web-{44762109-0512-49EB-9A7F-0BF90B6B2EB6}" dt="2026-05-10T17:25:41.264" v="3415"/>
          <ac:spMkLst>
            <pc:docMk/>
            <pc:sldMk cId="4069431217" sldId="265"/>
            <ac:spMk id="11" creationId="{887F59F2-5FBC-40CD-AD35-376AECE49EA6}"/>
          </ac:spMkLst>
        </pc:spChg>
        <pc:spChg chg="add del">
          <ac:chgData name="David Tío Vallejo" userId="5f7cebeb295394ec" providerId="Windows Live" clId="Web-{44762109-0512-49EB-9A7F-0BF90B6B2EB6}" dt="2026-05-10T17:25:41.264" v="3415"/>
          <ac:spMkLst>
            <pc:docMk/>
            <pc:sldMk cId="4069431217" sldId="265"/>
            <ac:spMk id="13" creationId="{7271C494-8107-3D61-D611-4FBC7C22A2B8}"/>
          </ac:spMkLst>
        </pc:spChg>
        <pc:spChg chg="add">
          <ac:chgData name="David Tío Vallejo" userId="5f7cebeb295394ec" providerId="Windows Live" clId="Web-{44762109-0512-49EB-9A7F-0BF90B6B2EB6}" dt="2026-05-10T17:25:41.264" v="3415"/>
          <ac:spMkLst>
            <pc:docMk/>
            <pc:sldMk cId="4069431217" sldId="265"/>
            <ac:spMk id="18" creationId="{9EE42DCE-4A4F-44C4-84E5-261B3BEEF1DA}"/>
          </ac:spMkLst>
        </pc:spChg>
        <pc:spChg chg="add">
          <ac:chgData name="David Tío Vallejo" userId="5f7cebeb295394ec" providerId="Windows Live" clId="Web-{44762109-0512-49EB-9A7F-0BF90B6B2EB6}" dt="2026-05-10T17:25:41.264" v="3415"/>
          <ac:spMkLst>
            <pc:docMk/>
            <pc:sldMk cId="4069431217" sldId="265"/>
            <ac:spMk id="20" creationId="{F6C8F56F-DFA1-4C0D-A403-803478FC2838}"/>
          </ac:spMkLst>
        </pc:spChg>
        <pc:picChg chg="add mod">
          <ac:chgData name="David Tío Vallejo" userId="5f7cebeb295394ec" providerId="Windows Live" clId="Web-{44762109-0512-49EB-9A7F-0BF90B6B2EB6}" dt="2026-05-10T17:26:22.107" v="3421" actId="1076"/>
          <ac:picMkLst>
            <pc:docMk/>
            <pc:sldMk cId="4069431217" sldId="265"/>
            <ac:picMk id="4" creationId="{A03FA36A-9EDF-7210-0D18-29E060C55287}"/>
          </ac:picMkLst>
        </pc:picChg>
        <pc:picChg chg="add mod">
          <ac:chgData name="David Tío Vallejo" userId="5f7cebeb295394ec" providerId="Windows Live" clId="Web-{44762109-0512-49EB-9A7F-0BF90B6B2EB6}" dt="2026-05-10T17:26:04.061" v="3419" actId="14100"/>
          <ac:picMkLst>
            <pc:docMk/>
            <pc:sldMk cId="4069431217" sldId="265"/>
            <ac:picMk id="5" creationId="{CC1E8ADD-50C9-ECF2-84CC-9A23222D7616}"/>
          </ac:picMkLst>
        </pc:picChg>
      </pc:sldChg>
      <pc:sldChg chg="modSp new">
        <pc:chgData name="David Tío Vallejo" userId="5f7cebeb295394ec" providerId="Windows Live" clId="Web-{44762109-0512-49EB-9A7F-0BF90B6B2EB6}" dt="2026-05-10T17:32:25.121" v="3951" actId="20577"/>
        <pc:sldMkLst>
          <pc:docMk/>
          <pc:sldMk cId="2268248598" sldId="266"/>
        </pc:sldMkLst>
        <pc:spChg chg="mod">
          <ac:chgData name="David Tío Vallejo" userId="5f7cebeb295394ec" providerId="Windows Live" clId="Web-{44762109-0512-49EB-9A7F-0BF90B6B2EB6}" dt="2026-05-10T17:32:25.121" v="3951" actId="20577"/>
          <ac:spMkLst>
            <pc:docMk/>
            <pc:sldMk cId="2268248598" sldId="266"/>
            <ac:spMk id="2" creationId="{87A4ABE6-6578-CDDB-D0D5-6BC4C1A71E7D}"/>
          </ac:spMkLst>
        </pc:spChg>
        <pc:spChg chg="mod">
          <ac:chgData name="David Tío Vallejo" userId="5f7cebeb295394ec" providerId="Windows Live" clId="Web-{44762109-0512-49EB-9A7F-0BF90B6B2EB6}" dt="2026-05-10T17:32:22.777" v="3950" actId="20577"/>
          <ac:spMkLst>
            <pc:docMk/>
            <pc:sldMk cId="2268248598" sldId="266"/>
            <ac:spMk id="3" creationId="{824BBA70-DEAA-98EE-C40D-55E0A7D6151D}"/>
          </ac:spMkLst>
        </pc:spChg>
      </pc:sldChg>
      <pc:sldChg chg="addSp modSp new mod setBg modClrScheme chgLayout">
        <pc:chgData name="David Tío Vallejo" userId="5f7cebeb295394ec" providerId="Windows Live" clId="Web-{44762109-0512-49EB-9A7F-0BF90B6B2EB6}" dt="2026-05-10T17:48:30.492" v="4041"/>
        <pc:sldMkLst>
          <pc:docMk/>
          <pc:sldMk cId="1081484916" sldId="267"/>
        </pc:sldMkLst>
        <pc:spChg chg="mod ord">
          <ac:chgData name="David Tío Vallejo" userId="5f7cebeb295394ec" providerId="Windows Live" clId="Web-{44762109-0512-49EB-9A7F-0BF90B6B2EB6}" dt="2026-05-10T17:48:30.492" v="4041"/>
          <ac:spMkLst>
            <pc:docMk/>
            <pc:sldMk cId="1081484916" sldId="267"/>
            <ac:spMk id="2" creationId="{56912B86-C60F-BED9-B1A8-EFD405E0BB43}"/>
          </ac:spMkLst>
        </pc:spChg>
        <pc:spChg chg="mod ord">
          <ac:chgData name="David Tío Vallejo" userId="5f7cebeb295394ec" providerId="Windows Live" clId="Web-{44762109-0512-49EB-9A7F-0BF90B6B2EB6}" dt="2026-05-10T17:48:30.492" v="4041"/>
          <ac:spMkLst>
            <pc:docMk/>
            <pc:sldMk cId="1081484916" sldId="267"/>
            <ac:spMk id="3" creationId="{6522FBA6-3CFB-4CD5-C76C-C69C5EA57099}"/>
          </ac:spMkLst>
        </pc:spChg>
        <pc:spChg chg="add">
          <ac:chgData name="David Tío Vallejo" userId="5f7cebeb295394ec" providerId="Windows Live" clId="Web-{44762109-0512-49EB-9A7F-0BF90B6B2EB6}" dt="2026-05-10T17:48:30.492" v="4041"/>
          <ac:spMkLst>
            <pc:docMk/>
            <pc:sldMk cId="1081484916" sldId="267"/>
            <ac:spMk id="9" creationId="{774A975B-A886-5202-0489-6965514A0D14}"/>
          </ac:spMkLst>
        </pc:spChg>
        <pc:spChg chg="add">
          <ac:chgData name="David Tío Vallejo" userId="5f7cebeb295394ec" providerId="Windows Live" clId="Web-{44762109-0512-49EB-9A7F-0BF90B6B2EB6}" dt="2026-05-10T17:48:30.492" v="4041"/>
          <ac:spMkLst>
            <pc:docMk/>
            <pc:sldMk cId="1081484916" sldId="267"/>
            <ac:spMk id="11" creationId="{EA67E988-5919-57BB-C7DE-D3EAD38A3045}"/>
          </ac:spMkLst>
        </pc:spChg>
        <pc:spChg chg="add">
          <ac:chgData name="David Tío Vallejo" userId="5f7cebeb295394ec" providerId="Windows Live" clId="Web-{44762109-0512-49EB-9A7F-0BF90B6B2EB6}" dt="2026-05-10T17:48:30.492" v="4041"/>
          <ac:spMkLst>
            <pc:docMk/>
            <pc:sldMk cId="1081484916" sldId="267"/>
            <ac:spMk id="13" creationId="{FAF3766F-DEF3-4802-BB0D-7A18EDD9704F}"/>
          </ac:spMkLst>
        </pc:spChg>
        <pc:spChg chg="add">
          <ac:chgData name="David Tío Vallejo" userId="5f7cebeb295394ec" providerId="Windows Live" clId="Web-{44762109-0512-49EB-9A7F-0BF90B6B2EB6}" dt="2026-05-10T17:48:30.492" v="4041"/>
          <ac:spMkLst>
            <pc:docMk/>
            <pc:sldMk cId="1081484916" sldId="267"/>
            <ac:spMk id="15" creationId="{D91952F0-771E-D2ED-C333-EEED6708B80C}"/>
          </ac:spMkLst>
        </pc:spChg>
        <pc:spChg chg="add">
          <ac:chgData name="David Tío Vallejo" userId="5f7cebeb295394ec" providerId="Windows Live" clId="Web-{44762109-0512-49EB-9A7F-0BF90B6B2EB6}" dt="2026-05-10T17:48:30.492" v="4041"/>
          <ac:spMkLst>
            <pc:docMk/>
            <pc:sldMk cId="1081484916" sldId="267"/>
            <ac:spMk id="17" creationId="{3FB6D83C-2377-9CAD-A991-9E0B6AF25067}"/>
          </ac:spMkLst>
        </pc:spChg>
        <pc:picChg chg="add mod">
          <ac:chgData name="David Tío Vallejo" userId="5f7cebeb295394ec" providerId="Windows Live" clId="Web-{44762109-0512-49EB-9A7F-0BF90B6B2EB6}" dt="2026-05-10T17:48:30.492" v="4041"/>
          <ac:picMkLst>
            <pc:docMk/>
            <pc:sldMk cId="1081484916" sldId="267"/>
            <ac:picMk id="4" creationId="{EC2E3E60-BC0D-E214-11B2-8F1C44E13645}"/>
          </ac:picMkLst>
        </pc:picChg>
      </pc:sldChg>
      <pc:sldMasterChg chg="del delSldLayout">
        <pc:chgData name="David Tío Vallejo" userId="5f7cebeb295394ec" providerId="Windows Live" clId="Web-{44762109-0512-49EB-9A7F-0BF90B6B2EB6}" dt="2026-05-10T16:33:38.423" v="15"/>
        <pc:sldMasterMkLst>
          <pc:docMk/>
          <pc:sldMasterMk cId="2933118997" sldId="2147483648"/>
        </pc:sldMasterMkLst>
        <pc:sldLayoutChg chg="del">
          <pc:chgData name="David Tío Vallejo" userId="5f7cebeb295394ec" providerId="Windows Live" clId="Web-{44762109-0512-49EB-9A7F-0BF90B6B2EB6}" dt="2026-05-10T16:33:38.423" v="15"/>
          <pc:sldLayoutMkLst>
            <pc:docMk/>
            <pc:sldMasterMk cId="2933118997" sldId="2147483648"/>
            <pc:sldLayoutMk cId="2288191458" sldId="2147483649"/>
          </pc:sldLayoutMkLst>
        </pc:sldLayoutChg>
        <pc:sldLayoutChg chg="del">
          <pc:chgData name="David Tío Vallejo" userId="5f7cebeb295394ec" providerId="Windows Live" clId="Web-{44762109-0512-49EB-9A7F-0BF90B6B2EB6}" dt="2026-05-10T16:33:38.423" v="15"/>
          <pc:sldLayoutMkLst>
            <pc:docMk/>
            <pc:sldMasterMk cId="2933118997" sldId="2147483648"/>
            <pc:sldLayoutMk cId="3398174421" sldId="2147483650"/>
          </pc:sldLayoutMkLst>
        </pc:sldLayoutChg>
        <pc:sldLayoutChg chg="del">
          <pc:chgData name="David Tío Vallejo" userId="5f7cebeb295394ec" providerId="Windows Live" clId="Web-{44762109-0512-49EB-9A7F-0BF90B6B2EB6}" dt="2026-05-10T16:33:38.423" v="15"/>
          <pc:sldLayoutMkLst>
            <pc:docMk/>
            <pc:sldMasterMk cId="2933118997" sldId="2147483648"/>
            <pc:sldLayoutMk cId="2339700568" sldId="2147483651"/>
          </pc:sldLayoutMkLst>
        </pc:sldLayoutChg>
        <pc:sldLayoutChg chg="del">
          <pc:chgData name="David Tío Vallejo" userId="5f7cebeb295394ec" providerId="Windows Live" clId="Web-{44762109-0512-49EB-9A7F-0BF90B6B2EB6}" dt="2026-05-10T16:33:38.423" v="15"/>
          <pc:sldLayoutMkLst>
            <pc:docMk/>
            <pc:sldMasterMk cId="2933118997" sldId="2147483648"/>
            <pc:sldLayoutMk cId="979029867" sldId="2147483652"/>
          </pc:sldLayoutMkLst>
        </pc:sldLayoutChg>
        <pc:sldLayoutChg chg="del">
          <pc:chgData name="David Tío Vallejo" userId="5f7cebeb295394ec" providerId="Windows Live" clId="Web-{44762109-0512-49EB-9A7F-0BF90B6B2EB6}" dt="2026-05-10T16:33:38.423" v="15"/>
          <pc:sldLayoutMkLst>
            <pc:docMk/>
            <pc:sldMasterMk cId="2933118997" sldId="2147483648"/>
            <pc:sldLayoutMk cId="1752394269" sldId="2147483653"/>
          </pc:sldLayoutMkLst>
        </pc:sldLayoutChg>
        <pc:sldLayoutChg chg="del">
          <pc:chgData name="David Tío Vallejo" userId="5f7cebeb295394ec" providerId="Windows Live" clId="Web-{44762109-0512-49EB-9A7F-0BF90B6B2EB6}" dt="2026-05-10T16:33:38.423" v="15"/>
          <pc:sldLayoutMkLst>
            <pc:docMk/>
            <pc:sldMasterMk cId="2933118997" sldId="2147483648"/>
            <pc:sldLayoutMk cId="3630658609" sldId="2147483654"/>
          </pc:sldLayoutMkLst>
        </pc:sldLayoutChg>
        <pc:sldLayoutChg chg="del">
          <pc:chgData name="David Tío Vallejo" userId="5f7cebeb295394ec" providerId="Windows Live" clId="Web-{44762109-0512-49EB-9A7F-0BF90B6B2EB6}" dt="2026-05-10T16:33:38.423" v="15"/>
          <pc:sldLayoutMkLst>
            <pc:docMk/>
            <pc:sldMasterMk cId="2933118997" sldId="2147483648"/>
            <pc:sldLayoutMk cId="3682375612" sldId="2147483655"/>
          </pc:sldLayoutMkLst>
        </pc:sldLayoutChg>
        <pc:sldLayoutChg chg="del">
          <pc:chgData name="David Tío Vallejo" userId="5f7cebeb295394ec" providerId="Windows Live" clId="Web-{44762109-0512-49EB-9A7F-0BF90B6B2EB6}" dt="2026-05-10T16:33:38.423" v="15"/>
          <pc:sldLayoutMkLst>
            <pc:docMk/>
            <pc:sldMasterMk cId="2933118997" sldId="2147483648"/>
            <pc:sldLayoutMk cId="1360449816" sldId="2147483656"/>
          </pc:sldLayoutMkLst>
        </pc:sldLayoutChg>
        <pc:sldLayoutChg chg="del">
          <pc:chgData name="David Tío Vallejo" userId="5f7cebeb295394ec" providerId="Windows Live" clId="Web-{44762109-0512-49EB-9A7F-0BF90B6B2EB6}" dt="2026-05-10T16:33:38.423" v="15"/>
          <pc:sldLayoutMkLst>
            <pc:docMk/>
            <pc:sldMasterMk cId="2933118997" sldId="2147483648"/>
            <pc:sldLayoutMk cId="383603595" sldId="2147483657"/>
          </pc:sldLayoutMkLst>
        </pc:sldLayoutChg>
        <pc:sldLayoutChg chg="del">
          <pc:chgData name="David Tío Vallejo" userId="5f7cebeb295394ec" providerId="Windows Live" clId="Web-{44762109-0512-49EB-9A7F-0BF90B6B2EB6}" dt="2026-05-10T16:33:38.423" v="15"/>
          <pc:sldLayoutMkLst>
            <pc:docMk/>
            <pc:sldMasterMk cId="2933118997" sldId="2147483648"/>
            <pc:sldLayoutMk cId="541863252" sldId="2147483658"/>
          </pc:sldLayoutMkLst>
        </pc:sldLayoutChg>
        <pc:sldLayoutChg chg="del">
          <pc:chgData name="David Tío Vallejo" userId="5f7cebeb295394ec" providerId="Windows Live" clId="Web-{44762109-0512-49EB-9A7F-0BF90B6B2EB6}" dt="2026-05-10T16:33:38.423" v="15"/>
          <pc:sldLayoutMkLst>
            <pc:docMk/>
            <pc:sldMasterMk cId="2933118997" sldId="2147483648"/>
            <pc:sldLayoutMk cId="2215096201" sldId="2147483659"/>
          </pc:sldLayoutMkLst>
        </pc:sldLayoutChg>
      </pc:sldMasterChg>
      <pc:sldMasterChg chg="add addSldLayout">
        <pc:chgData name="David Tío Vallejo" userId="5f7cebeb295394ec" providerId="Windows Live" clId="Web-{44762109-0512-49EB-9A7F-0BF90B6B2EB6}" dt="2026-05-10T16:33:38.423" v="15"/>
        <pc:sldMasterMkLst>
          <pc:docMk/>
          <pc:sldMasterMk cId="1595961929" sldId="2147483699"/>
        </pc:sldMasterMkLst>
        <pc:sldLayoutChg chg="add">
          <pc:chgData name="David Tío Vallejo" userId="5f7cebeb295394ec" providerId="Windows Live" clId="Web-{44762109-0512-49EB-9A7F-0BF90B6B2EB6}" dt="2026-05-10T16:33:38.423" v="15"/>
          <pc:sldLayoutMkLst>
            <pc:docMk/>
            <pc:sldMasterMk cId="1595961929" sldId="2147483699"/>
            <pc:sldLayoutMk cId="2963915386" sldId="2147483688"/>
          </pc:sldLayoutMkLst>
        </pc:sldLayoutChg>
        <pc:sldLayoutChg chg="add">
          <pc:chgData name="David Tío Vallejo" userId="5f7cebeb295394ec" providerId="Windows Live" clId="Web-{44762109-0512-49EB-9A7F-0BF90B6B2EB6}" dt="2026-05-10T16:33:38.423" v="15"/>
          <pc:sldLayoutMkLst>
            <pc:docMk/>
            <pc:sldMasterMk cId="1595961929" sldId="2147483699"/>
            <pc:sldLayoutMk cId="1801277424" sldId="2147483689"/>
          </pc:sldLayoutMkLst>
        </pc:sldLayoutChg>
        <pc:sldLayoutChg chg="add">
          <pc:chgData name="David Tío Vallejo" userId="5f7cebeb295394ec" providerId="Windows Live" clId="Web-{44762109-0512-49EB-9A7F-0BF90B6B2EB6}" dt="2026-05-10T16:33:38.423" v="15"/>
          <pc:sldLayoutMkLst>
            <pc:docMk/>
            <pc:sldMasterMk cId="1595961929" sldId="2147483699"/>
            <pc:sldLayoutMk cId="13999423" sldId="2147483690"/>
          </pc:sldLayoutMkLst>
        </pc:sldLayoutChg>
        <pc:sldLayoutChg chg="add">
          <pc:chgData name="David Tío Vallejo" userId="5f7cebeb295394ec" providerId="Windows Live" clId="Web-{44762109-0512-49EB-9A7F-0BF90B6B2EB6}" dt="2026-05-10T16:33:38.423" v="15"/>
          <pc:sldLayoutMkLst>
            <pc:docMk/>
            <pc:sldMasterMk cId="1595961929" sldId="2147483699"/>
            <pc:sldLayoutMk cId="3965450336" sldId="2147483691"/>
          </pc:sldLayoutMkLst>
        </pc:sldLayoutChg>
        <pc:sldLayoutChg chg="add">
          <pc:chgData name="David Tío Vallejo" userId="5f7cebeb295394ec" providerId="Windows Live" clId="Web-{44762109-0512-49EB-9A7F-0BF90B6B2EB6}" dt="2026-05-10T16:33:38.423" v="15"/>
          <pc:sldLayoutMkLst>
            <pc:docMk/>
            <pc:sldMasterMk cId="1595961929" sldId="2147483699"/>
            <pc:sldLayoutMk cId="2624839201" sldId="2147483692"/>
          </pc:sldLayoutMkLst>
        </pc:sldLayoutChg>
        <pc:sldLayoutChg chg="add">
          <pc:chgData name="David Tío Vallejo" userId="5f7cebeb295394ec" providerId="Windows Live" clId="Web-{44762109-0512-49EB-9A7F-0BF90B6B2EB6}" dt="2026-05-10T16:33:38.423" v="15"/>
          <pc:sldLayoutMkLst>
            <pc:docMk/>
            <pc:sldMasterMk cId="1595961929" sldId="2147483699"/>
            <pc:sldLayoutMk cId="1911892310" sldId="2147483693"/>
          </pc:sldLayoutMkLst>
        </pc:sldLayoutChg>
        <pc:sldLayoutChg chg="add">
          <pc:chgData name="David Tío Vallejo" userId="5f7cebeb295394ec" providerId="Windows Live" clId="Web-{44762109-0512-49EB-9A7F-0BF90B6B2EB6}" dt="2026-05-10T16:33:38.423" v="15"/>
          <pc:sldLayoutMkLst>
            <pc:docMk/>
            <pc:sldMasterMk cId="1595961929" sldId="2147483699"/>
            <pc:sldLayoutMk cId="1242640332" sldId="2147483694"/>
          </pc:sldLayoutMkLst>
        </pc:sldLayoutChg>
        <pc:sldLayoutChg chg="add">
          <pc:chgData name="David Tío Vallejo" userId="5f7cebeb295394ec" providerId="Windows Live" clId="Web-{44762109-0512-49EB-9A7F-0BF90B6B2EB6}" dt="2026-05-10T16:33:38.423" v="15"/>
          <pc:sldLayoutMkLst>
            <pc:docMk/>
            <pc:sldMasterMk cId="1595961929" sldId="2147483699"/>
            <pc:sldLayoutMk cId="619469075" sldId="2147483695"/>
          </pc:sldLayoutMkLst>
        </pc:sldLayoutChg>
        <pc:sldLayoutChg chg="add">
          <pc:chgData name="David Tío Vallejo" userId="5f7cebeb295394ec" providerId="Windows Live" clId="Web-{44762109-0512-49EB-9A7F-0BF90B6B2EB6}" dt="2026-05-10T16:33:38.423" v="15"/>
          <pc:sldLayoutMkLst>
            <pc:docMk/>
            <pc:sldMasterMk cId="1595961929" sldId="2147483699"/>
            <pc:sldLayoutMk cId="4008089036" sldId="2147483696"/>
          </pc:sldLayoutMkLst>
        </pc:sldLayoutChg>
        <pc:sldLayoutChg chg="add">
          <pc:chgData name="David Tío Vallejo" userId="5f7cebeb295394ec" providerId="Windows Live" clId="Web-{44762109-0512-49EB-9A7F-0BF90B6B2EB6}" dt="2026-05-10T16:33:38.423" v="15"/>
          <pc:sldLayoutMkLst>
            <pc:docMk/>
            <pc:sldMasterMk cId="1595961929" sldId="2147483699"/>
            <pc:sldLayoutMk cId="3764304611" sldId="2147483697"/>
          </pc:sldLayoutMkLst>
        </pc:sldLayoutChg>
        <pc:sldLayoutChg chg="add">
          <pc:chgData name="David Tío Vallejo" userId="5f7cebeb295394ec" providerId="Windows Live" clId="Web-{44762109-0512-49EB-9A7F-0BF90B6B2EB6}" dt="2026-05-10T16:33:38.423" v="15"/>
          <pc:sldLayoutMkLst>
            <pc:docMk/>
            <pc:sldMasterMk cId="1595961929" sldId="2147483699"/>
            <pc:sldLayoutMk cId="2117250293" sldId="2147483698"/>
          </pc:sldLayoutMkLst>
        </pc:sldLayoutChg>
      </pc:sldMasterChg>
    </pc:docChg>
  </pc:docChgLst>
  <pc:docChgLst>
    <pc:chgData clId="Web-{44762109-0512-49EB-9A7F-0BF90B6B2EB6}"/>
    <pc:docChg chg="modSld">
      <pc:chgData name="" userId="" providerId="" clId="Web-{44762109-0512-49EB-9A7F-0BF90B6B2EB6}" dt="2026-05-10T16:33:09.064" v="1" actId="20577"/>
      <pc:docMkLst>
        <pc:docMk/>
      </pc:docMkLst>
      <pc:sldChg chg="modSp">
        <pc:chgData name="" userId="" providerId="" clId="Web-{44762109-0512-49EB-9A7F-0BF90B6B2EB6}" dt="2026-05-10T16:33:09.064" v="1" actId="20577"/>
        <pc:sldMkLst>
          <pc:docMk/>
          <pc:sldMk cId="2406273178" sldId="256"/>
        </pc:sldMkLst>
        <pc:spChg chg="mod">
          <ac:chgData name="" userId="" providerId="" clId="Web-{44762109-0512-49EB-9A7F-0BF90B6B2EB6}" dt="2026-05-10T16:33:09.064" v="1" actId="20577"/>
          <ac:spMkLst>
            <pc:docMk/>
            <pc:sldMk cId="2406273178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4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6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8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0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5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3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1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7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5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9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61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050C4-705A-AE96-A2B0-E71C79FB4A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8238" r="-2" b="1551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s-ES" sz="5600">
                <a:solidFill>
                  <a:srgbClr val="FFFFFF"/>
                </a:solidFill>
              </a:rPr>
              <a:t>Proyecto Inter Modular Redes Locales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2400">
                <a:solidFill>
                  <a:srgbClr val="FFFFFF"/>
                </a:solidFill>
              </a:rPr>
              <a:t>David Tió Vallejo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FD2C93-0752-2EC0-CCCC-F47D8A46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es-ES"/>
              <a:t>Introducción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621990-ED46-E526-B22D-F34516825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1500"/>
              <a:t>La empresa elegida para este proyecto es Inmobiliaria </a:t>
            </a:r>
            <a:r>
              <a:rPr lang="es-ES" sz="1500" err="1"/>
              <a:t>Chamartin</a:t>
            </a:r>
            <a:r>
              <a:rPr lang="es-ES" sz="1500"/>
              <a:t>, se dedica a la compra-venta de inmuebles situada en el centro de Madrid.</a:t>
            </a:r>
          </a:p>
          <a:p>
            <a:pPr>
              <a:lnSpc>
                <a:spcPct val="100000"/>
              </a:lnSpc>
            </a:pPr>
            <a:r>
              <a:rPr lang="es-ES" sz="1500"/>
              <a:t>Esta empresa cuenta con 15 trabajadores distribuidos en dos plantas, necesita acceso a internet y comunicación entre los departamentos. Y que cuente </a:t>
            </a:r>
            <a:r>
              <a:rPr lang="es-ES" sz="1500" err="1"/>
              <a:t>tambien</a:t>
            </a:r>
            <a:r>
              <a:rPr lang="es-ES" sz="1500"/>
              <a:t> con una red para los clientes que puedan acceder a internet mientras esperan o si necesitan consultar algo.</a:t>
            </a:r>
          </a:p>
          <a:p>
            <a:pPr>
              <a:lnSpc>
                <a:spcPct val="100000"/>
              </a:lnSpc>
            </a:pPr>
            <a:r>
              <a:rPr lang="es-ES" sz="1500"/>
              <a:t>Lo </a:t>
            </a:r>
            <a:r>
              <a:rPr lang="es-ES" sz="1500" err="1"/>
              <a:t>mas</a:t>
            </a:r>
            <a:r>
              <a:rPr lang="es-ES" sz="1500"/>
              <a:t> importante de este proyecto es que los clientes cuenten con una red aislada en la cual solo puedan acceder a </a:t>
            </a:r>
            <a:r>
              <a:rPr lang="es-ES" sz="1500" err="1"/>
              <a:t>internet</a:t>
            </a:r>
            <a:r>
              <a:rPr lang="es-ES" sz="1500"/>
              <a:t> pero no puedan acceder a </a:t>
            </a:r>
            <a:r>
              <a:rPr lang="es-ES" sz="1500" err="1"/>
              <a:t>ningun</a:t>
            </a:r>
            <a:r>
              <a:rPr lang="es-ES" sz="1500"/>
              <a:t> departamento dentro de la red local.</a:t>
            </a:r>
          </a:p>
          <a:p>
            <a:pPr>
              <a:lnSpc>
                <a:spcPct val="100000"/>
              </a:lnSpc>
            </a:pPr>
            <a:endParaRPr lang="es-ES" sz="1500"/>
          </a:p>
        </p:txBody>
      </p:sp>
      <p:pic>
        <p:nvPicPr>
          <p:cNvPr id="4" name="Imagen 3" descr="Chamartin Inmobiliaria | Madrid | Más de 45 años de experiencia">
            <a:extLst>
              <a:ext uri="{FF2B5EF4-FFF2-40B4-BE49-F238E27FC236}">
                <a16:creationId xmlns:a16="http://schemas.microsoft.com/office/drawing/2014/main" id="{EFE07298-8F77-CC18-CD7B-B53636E71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" r="2177" b="1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96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2648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1BDD33-6AD2-AAC8-2B77-F11377E1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5376672"/>
          </a:xfrm>
        </p:spPr>
        <p:txBody>
          <a:bodyPr>
            <a:normAutofit/>
          </a:bodyPr>
          <a:lstStyle/>
          <a:p>
            <a:r>
              <a:rPr lang="es-ES" dirty="0" err="1"/>
              <a:t>Analisis</a:t>
            </a:r>
            <a:r>
              <a:rPr lang="es-ES" dirty="0"/>
              <a:t> de necesidades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BB3187-94A4-BC92-DF67-CF287733E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1042416"/>
            <a:ext cx="5010912" cy="53126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1700" dirty="0"/>
              <a:t>En la empresa </a:t>
            </a:r>
            <a:r>
              <a:rPr lang="es-ES" sz="1700"/>
              <a:t>Chamartín</a:t>
            </a:r>
            <a:r>
              <a:rPr lang="es-ES" sz="1700" dirty="0"/>
              <a:t> necesita los siguientes dispositivos:</a:t>
            </a:r>
          </a:p>
          <a:p>
            <a:pPr>
              <a:lnSpc>
                <a:spcPct val="100000"/>
              </a:lnSpc>
            </a:pPr>
            <a:r>
              <a:rPr lang="es-ES" sz="1700" dirty="0"/>
              <a:t>15 </a:t>
            </a:r>
            <a:r>
              <a:rPr lang="es-ES" sz="1700" dirty="0" err="1"/>
              <a:t>PCs</a:t>
            </a:r>
            <a:r>
              <a:rPr lang="es-ES" sz="1700" dirty="0"/>
              <a:t> uno para cada trabajador.</a:t>
            </a:r>
          </a:p>
          <a:p>
            <a:pPr>
              <a:lnSpc>
                <a:spcPct val="100000"/>
              </a:lnSpc>
            </a:pPr>
            <a:r>
              <a:rPr lang="es-ES" sz="1700"/>
              <a:t>6 Switches de capa 2: Seria 1 por departamento con su propia VLAN de departamento.</a:t>
            </a:r>
          </a:p>
          <a:p>
            <a:pPr>
              <a:lnSpc>
                <a:spcPct val="100000"/>
              </a:lnSpc>
            </a:pPr>
            <a:r>
              <a:rPr lang="es-ES" sz="1700" dirty="0"/>
              <a:t>1 Switch de capa 3: sea el switch general el encargado de redireccionar cada</a:t>
            </a:r>
            <a:r>
              <a:rPr lang="es-ES" sz="1700"/>
              <a:t> u</a:t>
            </a:r>
            <a:r>
              <a:rPr lang="es-ES" sz="1700" dirty="0"/>
              <a:t>na de las peticiones de los empleados entre departamentos.</a:t>
            </a:r>
          </a:p>
          <a:p>
            <a:pPr>
              <a:lnSpc>
                <a:spcPct val="100000"/>
              </a:lnSpc>
            </a:pPr>
            <a:r>
              <a:rPr lang="es-ES" sz="1700"/>
              <a:t>5 Impresoras:</a:t>
            </a:r>
          </a:p>
          <a:p>
            <a:pPr>
              <a:lnSpc>
                <a:spcPct val="100000"/>
              </a:lnSpc>
            </a:pPr>
            <a:r>
              <a:rPr lang="es-ES" sz="1700" dirty="0"/>
              <a:t>1 </a:t>
            </a:r>
            <a:r>
              <a:rPr lang="es-ES" sz="1700" dirty="0" err="1"/>
              <a:t>Router</a:t>
            </a:r>
            <a:r>
              <a:rPr lang="es-ES" sz="1700" dirty="0"/>
              <a:t> para poder acceder al exterior es decir para poder acceder a internet.</a:t>
            </a:r>
          </a:p>
          <a:p>
            <a:pPr>
              <a:lnSpc>
                <a:spcPct val="100000"/>
              </a:lnSpc>
            </a:pPr>
            <a:r>
              <a:rPr lang="es-ES" sz="1700" dirty="0"/>
              <a:t>1 Access Point el cual </a:t>
            </a:r>
            <a:r>
              <a:rPr lang="es-ES" sz="1700" dirty="0" err="1"/>
              <a:t>sera</a:t>
            </a:r>
            <a:r>
              <a:rPr lang="es-ES" sz="1700" dirty="0"/>
              <a:t> principalmente para la zona común es decir para los clientes que necesiten el acceso a internet para cualquier consulta.</a:t>
            </a: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F32775CA-CFFF-46C2-A4D7-566B21608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34" y="2345104"/>
            <a:ext cx="5729409" cy="400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81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705305-8169-01BD-0C8F-854B46C8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 err="1"/>
              <a:t>Diseño</a:t>
            </a:r>
            <a:r>
              <a:rPr lang="en-US" sz="4800" dirty="0"/>
              <a:t> de la red.</a:t>
            </a:r>
          </a:p>
        </p:txBody>
      </p:sp>
      <p:sp>
        <p:nvSpPr>
          <p:cNvPr id="11" name="Freeform: Shape 1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A700EEDA-B780-66C1-05A4-A2BA9933B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9154" y="965741"/>
            <a:ext cx="7551931" cy="528635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A1248FE4-956C-F6A0-042C-6C08A141FB4C}"/>
              </a:ext>
            </a:extLst>
          </p:cNvPr>
          <p:cNvSpPr txBox="1"/>
          <p:nvPr/>
        </p:nvSpPr>
        <p:spPr>
          <a:xfrm>
            <a:off x="524989" y="2633020"/>
            <a:ext cx="359167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En este caso la red se divide en 5 subredes denominadas principalmente </a:t>
            </a:r>
            <a:r>
              <a:rPr lang="es-ES" dirty="0" err="1"/>
              <a:t>VLANs</a:t>
            </a:r>
            <a:r>
              <a:rPr lang="es-ES" dirty="0"/>
              <a:t>, las cuales están para así poder particionar la red de una forma en la cual tengamos en este caso 8, una para cada departamento de la empresa. La idea </a:t>
            </a:r>
            <a:r>
              <a:rPr lang="es-ES" dirty="0" err="1"/>
              <a:t>esque</a:t>
            </a:r>
            <a:r>
              <a:rPr lang="es-ES" dirty="0"/>
              <a:t> cada sección de la empresa se pueda comunicar con las </a:t>
            </a:r>
            <a:r>
              <a:rPr lang="es-ES" dirty="0" err="1"/>
              <a:t>demas</a:t>
            </a:r>
            <a:r>
              <a:rPr lang="es-ES" dirty="0"/>
              <a:t> a excepción de la VLAN 70 que es la zona de invitados y tienen permiso a entrar en el aérea de empleados.</a:t>
            </a:r>
          </a:p>
        </p:txBody>
      </p:sp>
    </p:spTree>
    <p:extLst>
      <p:ext uri="{BB962C8B-B14F-4D97-AF65-F5344CB8AC3E}">
        <p14:creationId xmlns:p14="http://schemas.microsoft.com/office/powerpoint/2010/main" val="93335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F4E97-7D6B-EAF4-8830-02EB7FE9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Tabla de VLAN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6036F972-5E39-5E86-583F-3E6A994DC3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7011236"/>
              </p:ext>
            </p:extLst>
          </p:nvPr>
        </p:nvGraphicFramePr>
        <p:xfrm>
          <a:off x="520700" y="2578100"/>
          <a:ext cx="11156948" cy="3342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237">
                  <a:extLst>
                    <a:ext uri="{9D8B030D-6E8A-4147-A177-3AD203B41FA5}">
                      <a16:colId xmlns:a16="http://schemas.microsoft.com/office/drawing/2014/main" val="1247801234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3842434405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396767403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2922816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Nombre de La VLAN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Numero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DIrección</a:t>
                      </a:r>
                      <a:r>
                        <a:rPr lang="es-ES" dirty="0"/>
                        <a:t> de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Puerta de enlace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54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Recepción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10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192.168.10.0/24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192.168.10.1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674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RR. HH.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20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192.168.20.0/24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192.168.20.1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864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Administración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30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192.168.30.0/24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192.168.30.1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096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Producci</a:t>
                      </a:r>
                      <a:r>
                        <a:rPr lang="es-ES" dirty="0"/>
                        <a:t>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40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192.168.40.0/24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192.168.40.1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4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50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192.168.50.0/24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192.168.50.1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289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Dirección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60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192.168.60.0/24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192.168.60.1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81904"/>
                  </a:ext>
                </a:extLst>
              </a:tr>
              <a:tr h="375478">
                <a:tc>
                  <a:txBody>
                    <a:bodyPr/>
                    <a:lstStyle/>
                    <a:p>
                      <a:r>
                        <a:rPr lang="es-ES" dirty="0"/>
                        <a:t>Invitados / </a:t>
                      </a:r>
                      <a:r>
                        <a:rPr lang="es-ES" dirty="0" err="1"/>
                        <a:t>Guests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70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192.168.70.0/24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192.168.70.1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56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Servidores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80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192.168.80.0/24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192.168.80.1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815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36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F73F8D-D496-ED89-44BE-9313541A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s-ES"/>
              <a:t>Switch central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3EC927-D028-1DBD-FBE1-3F3349D77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En este caso la topología elegida de esta empresa es </a:t>
            </a:r>
            <a:r>
              <a:rPr lang="es-ES"/>
              <a:t>principalmente</a:t>
            </a:r>
            <a:r>
              <a:rPr lang="es-ES" dirty="0"/>
              <a:t> una topología en estrella. En la cual el </a:t>
            </a:r>
            <a:r>
              <a:rPr lang="es-ES"/>
              <a:t>nodo central de la misma es un switch de capa 3. El cual se encarga de redireccionar el tráfico</a:t>
            </a:r>
            <a:r>
              <a:rPr lang="es-ES" dirty="0"/>
              <a:t> de un departamento para poder llevarlo a otro.</a:t>
            </a:r>
          </a:p>
          <a:p>
            <a:r>
              <a:rPr lang="es-ES" dirty="0"/>
              <a:t>En la captura de la derecha se puede </a:t>
            </a:r>
            <a:r>
              <a:rPr lang="es-ES"/>
              <a:t>observar la configuración para la creación de las </a:t>
            </a:r>
            <a:r>
              <a:rPr lang="es-ES" err="1"/>
              <a:t>VLANs</a:t>
            </a:r>
            <a:r>
              <a:rPr lang="es-ES" dirty="0"/>
              <a:t> </a:t>
            </a:r>
            <a:r>
              <a:rPr lang="es-ES" err="1"/>
              <a:t>mecionadas</a:t>
            </a:r>
            <a:r>
              <a:rPr lang="es-ES" dirty="0"/>
              <a:t> anteriormente.</a:t>
            </a:r>
          </a:p>
        </p:txBody>
      </p:sp>
      <p:pic>
        <p:nvPicPr>
          <p:cNvPr id="4" name="Imagen 3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3DBEF3B3-82C7-5C6F-5509-6CB360CFD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492" y="976160"/>
            <a:ext cx="4364590" cy="474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70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60228B-68EC-2FD4-0885-F6ECD265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700"/>
              <a:t>Configuración</a:t>
            </a:r>
            <a:r>
              <a:rPr lang="es-ES" sz="3700" dirty="0"/>
              <a:t> de los Switches de departamento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CCC01AD1-2719-789D-78D3-068E73E7D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3013937"/>
            <a:ext cx="6281928" cy="3332067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D660A4-3490-D392-FFB1-98A5EDC0C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Después de configurar el Swi</a:t>
            </a:r>
            <a:r>
              <a:rPr lang="es-ES" dirty="0">
                <a:latin typeface="Bierstadt"/>
              </a:rPr>
              <a:t>tch</a:t>
            </a:r>
            <a:r>
              <a:rPr lang="es-ES" dirty="0"/>
              <a:t> central ahora tocan los departamentales, los cuales van configurados el puerto que va hacia el switch central con el modo </a:t>
            </a:r>
            <a:r>
              <a:rPr lang="es-ES" dirty="0" err="1"/>
              <a:t>trunk</a:t>
            </a:r>
            <a:r>
              <a:rPr lang="es-ES" dirty="0"/>
              <a:t>, en cambio para los demás dispositivos centrales como los pc y las impresoras deben de estar en Access a la vlan asignada también en el switch del departamento.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3207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D77BF0-EEBF-256C-EFBE-0E48392E8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s-ES"/>
              <a:t>Configuración</a:t>
            </a:r>
            <a:r>
              <a:rPr lang="es-ES" dirty="0"/>
              <a:t> DHCP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411605F9-69BD-2141-4F5C-5E686CCBB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2429691"/>
            <a:ext cx="4475786" cy="3916313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84B61D-07F8-2F5B-770C-1953131CE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s-ES" dirty="0"/>
              <a:t>La configuración del servicio DHCP </a:t>
            </a:r>
            <a:r>
              <a:rPr lang="es-ES"/>
              <a:t>está</a:t>
            </a:r>
            <a:r>
              <a:rPr lang="es-ES" dirty="0"/>
              <a:t> en el switch central que es el que conecta directamente con los </a:t>
            </a:r>
            <a:r>
              <a:rPr lang="es-ES"/>
              <a:t>departamentos y con las </a:t>
            </a:r>
            <a:r>
              <a:rPr lang="es-ES" err="1"/>
              <a:t>vlan</a:t>
            </a:r>
            <a:r>
              <a:rPr lang="es-ES" dirty="0"/>
              <a:t>.</a:t>
            </a:r>
            <a:endParaRPr lang="es-ES"/>
          </a:p>
          <a:p>
            <a:pPr>
              <a:lnSpc>
                <a:spcPct val="100000"/>
              </a:lnSpc>
            </a:pPr>
            <a:r>
              <a:rPr lang="es-ES" dirty="0"/>
              <a:t>Funciona </a:t>
            </a:r>
            <a:r>
              <a:rPr lang="es-ES"/>
              <a:t>siempre</a:t>
            </a:r>
            <a:r>
              <a:rPr lang="es-ES" dirty="0"/>
              <a:t> y cuando el PC en el que necesite una dirección IP el protocolo pueda darle una dirección IP </a:t>
            </a:r>
            <a:r>
              <a:rPr lang="es-ES"/>
              <a:t>valida y que tenga coherencia en el caso de que este en la </a:t>
            </a:r>
            <a:r>
              <a:rPr lang="es-ES" err="1"/>
              <a:t>vlan</a:t>
            </a:r>
            <a:r>
              <a:rPr lang="es-ES" dirty="0"/>
              <a:t> 10 deberá asignarle una dirección IP la cual </a:t>
            </a:r>
            <a:r>
              <a:rPr lang="es-ES"/>
              <a:t>tenga que ver, que este dentro de esa VLAN es decir</a:t>
            </a:r>
            <a:r>
              <a:rPr lang="es-ES" dirty="0"/>
              <a:t> VLAN 10  dirección IP 192.168.10.X.</a:t>
            </a:r>
            <a:endParaRPr lang="es-ES"/>
          </a:p>
          <a:p>
            <a:pPr>
              <a:lnSpc>
                <a:spcPct val="100000"/>
              </a:lnSpc>
            </a:pPr>
            <a:r>
              <a:rPr lang="es-ES" dirty="0"/>
              <a:t>En la imagen de la derecha se puede ver la </a:t>
            </a:r>
            <a:r>
              <a:rPr lang="es-ES"/>
              <a:t>configuración realizada para que el protocolo DHCP funcione sin problemas.</a:t>
            </a:r>
          </a:p>
        </p:txBody>
      </p:sp>
    </p:spTree>
    <p:extLst>
      <p:ext uri="{BB962C8B-B14F-4D97-AF65-F5344CB8AC3E}">
        <p14:creationId xmlns:p14="http://schemas.microsoft.com/office/powerpoint/2010/main" val="1800844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3F6035-A4B1-07AA-89C5-5C4F391E7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s-ES"/>
              <a:t>Seguridad VLAN 70</a:t>
            </a: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7BADFE96-D624-D7CC-99EB-DFEDD644A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71" y="3837013"/>
            <a:ext cx="5112393" cy="150655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F687DF-F4B7-75BE-17F0-88F1D326E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En esta parte lo importante es aplicar el aislamiento de la VLAN 70 hacia el resto de la red local, es decir, mencionado anteriormente tenemos que hacer que la </a:t>
            </a:r>
            <a:r>
              <a:rPr lang="es-ES" dirty="0" err="1"/>
              <a:t>vlan</a:t>
            </a:r>
            <a:r>
              <a:rPr lang="es-ES" dirty="0"/>
              <a:t> 70 sea una red aislada y no se pueda comunicar con el resto de los departamentos.</a:t>
            </a:r>
          </a:p>
          <a:p>
            <a:r>
              <a:rPr lang="es-ES" dirty="0"/>
              <a:t>Esta aislada porque es la zona en la cual </a:t>
            </a:r>
            <a:r>
              <a:rPr lang="es-ES"/>
              <a:t>están</a:t>
            </a:r>
            <a:r>
              <a:rPr lang="es-ES" dirty="0"/>
              <a:t> los clientes y no tienen permiso ninguno para el acceso a los </a:t>
            </a:r>
            <a:r>
              <a:rPr lang="es-ES"/>
              <a:t>departamentos, solamente tienen acceso a internet por cortesía de la empresa.</a:t>
            </a:r>
          </a:p>
        </p:txBody>
      </p:sp>
    </p:spTree>
    <p:extLst>
      <p:ext uri="{BB962C8B-B14F-4D97-AF65-F5344CB8AC3E}">
        <p14:creationId xmlns:p14="http://schemas.microsoft.com/office/powerpoint/2010/main" val="1344596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1F0FA7-EFD3-FA6D-A0F5-6DA8C046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s-ES" dirty="0"/>
              <a:t>Pruebas de fun</a:t>
            </a:r>
            <a:r>
              <a:rPr lang="es-ES"/>
              <a:t>cionamiento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6C8F56F-DFA1-4C0D-A403-803478FC2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A03FA36A-9EDF-7210-0D18-29E060C55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99" y="2578608"/>
            <a:ext cx="3038100" cy="3442858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CC1E8ADD-50C9-ECF2-84CC-9A23222D7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62" y="2578608"/>
            <a:ext cx="3155331" cy="3443366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77925B-5597-120B-F608-6B295BE12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2552" y="2578608"/>
            <a:ext cx="4965192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1700"/>
              <a:t>En esta parte veremos </a:t>
            </a:r>
            <a:r>
              <a:rPr lang="es-ES" sz="1700" err="1"/>
              <a:t>como</a:t>
            </a:r>
            <a:r>
              <a:rPr lang="es-ES" sz="1700"/>
              <a:t> se pueden comunicar entre </a:t>
            </a:r>
            <a:r>
              <a:rPr lang="es-ES" sz="1700" err="1"/>
              <a:t>departamentos</a:t>
            </a:r>
            <a:r>
              <a:rPr lang="es-ES" sz="1700"/>
              <a:t> pero no con la </a:t>
            </a:r>
            <a:r>
              <a:rPr lang="es-ES" sz="1700" err="1"/>
              <a:t>vlan</a:t>
            </a:r>
            <a:r>
              <a:rPr lang="es-ES" sz="1700"/>
              <a:t> 70. Para ello tenemos que hacer ping entre los dispositivos que queramos comprobar su conexión.</a:t>
            </a:r>
          </a:p>
          <a:p>
            <a:pPr>
              <a:lnSpc>
                <a:spcPct val="100000"/>
              </a:lnSpc>
            </a:pPr>
            <a:r>
              <a:rPr lang="es-ES" sz="1700"/>
              <a:t>Hare un ping desde cualquier ordenador de la </a:t>
            </a:r>
            <a:r>
              <a:rPr lang="es-ES" sz="1700" err="1"/>
              <a:t>vlan</a:t>
            </a:r>
            <a:r>
              <a:rPr lang="es-ES" sz="1700"/>
              <a:t> 50 hacia la </a:t>
            </a:r>
            <a:r>
              <a:rPr lang="es-ES" sz="1700" err="1"/>
              <a:t>vlan</a:t>
            </a:r>
            <a:r>
              <a:rPr lang="es-ES" sz="1700"/>
              <a:t> 40, y después otro desde la </a:t>
            </a:r>
            <a:r>
              <a:rPr lang="es-ES" sz="1700" err="1"/>
              <a:t>vlan</a:t>
            </a:r>
            <a:r>
              <a:rPr lang="es-ES" sz="1700"/>
              <a:t> 70 hacia la </a:t>
            </a:r>
            <a:r>
              <a:rPr lang="es-ES" sz="1700" err="1"/>
              <a:t>vlan</a:t>
            </a:r>
            <a:r>
              <a:rPr lang="es-ES" sz="1700"/>
              <a:t> 40.</a:t>
            </a:r>
          </a:p>
          <a:p>
            <a:pPr>
              <a:lnSpc>
                <a:spcPct val="100000"/>
              </a:lnSpc>
            </a:pPr>
            <a:r>
              <a:rPr lang="es-ES" sz="1700"/>
              <a:t>Como se puede ver en la primera imagen lo0s paquetes llegan al 100%, en cambio en la segunda no llegan por la restricción que le acabamos de poner de que no se pueden comunicar con esa VLAN ningún departamento.</a:t>
            </a:r>
          </a:p>
        </p:txBody>
      </p:sp>
    </p:spTree>
    <p:extLst>
      <p:ext uri="{BB962C8B-B14F-4D97-AF65-F5344CB8AC3E}">
        <p14:creationId xmlns:p14="http://schemas.microsoft.com/office/powerpoint/2010/main" val="4069431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4ABE6-6578-CDDB-D0D5-6BC4C1A7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4BBA70-DEAA-98EE-C40D-55E0A7D61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He aprendido gracias a este proyecto a poder gestionar de manera un poco más avanzada las </a:t>
            </a:r>
            <a:r>
              <a:rPr lang="es-ES" dirty="0" err="1"/>
              <a:t>vlan</a:t>
            </a:r>
            <a:r>
              <a:rPr lang="es-ES" dirty="0"/>
              <a:t> a la hora de crear una piscina con las direcciones </a:t>
            </a:r>
            <a:r>
              <a:rPr lang="es-ES" dirty="0" err="1"/>
              <a:t>Ip</a:t>
            </a:r>
            <a:r>
              <a:rPr lang="es-ES" dirty="0"/>
              <a:t> a cada una para que luego en los equipos de cada departamento de </a:t>
            </a:r>
            <a:r>
              <a:rPr lang="es-ES" dirty="0" err="1"/>
              <a:t>de</a:t>
            </a:r>
            <a:r>
              <a:rPr lang="es-ES" dirty="0"/>
              <a:t> una u otra también he aprendido a cómo gestionar la red en cuanto a tener que dejar una VLAN sin acceso a las demás peor solamente con acceso a internet y en cambio con las </a:t>
            </a:r>
            <a:r>
              <a:rPr lang="es-ES" dirty="0" err="1"/>
              <a:t>demas</a:t>
            </a:r>
            <a:r>
              <a:rPr lang="es-ES" dirty="0"/>
              <a:t> </a:t>
            </a:r>
            <a:r>
              <a:rPr lang="es-ES" dirty="0" err="1"/>
              <a:t>si</a:t>
            </a:r>
            <a:r>
              <a:rPr lang="es-ES" dirty="0"/>
              <a:t> que tenían comunicación entre ellas, pero menso con la </a:t>
            </a:r>
            <a:r>
              <a:rPr lang="es-ES" dirty="0" err="1"/>
              <a:t>vlan</a:t>
            </a:r>
            <a:r>
              <a:rPr lang="es-ES" dirty="0"/>
              <a:t> 70.</a:t>
            </a:r>
          </a:p>
          <a:p>
            <a:r>
              <a:rPr lang="es-ES" dirty="0"/>
              <a:t>La red mencionada con los objetivos de esta práctica cumple los requisitos como, por ejemplo: tiene una topología de red clara, los servicios de red </a:t>
            </a:r>
            <a:r>
              <a:rPr lang="es-ES" dirty="0" err="1"/>
              <a:t>estan</a:t>
            </a:r>
            <a:r>
              <a:rPr lang="es-ES" dirty="0"/>
              <a:t> claros el uso de DHCP, y del uso de las VLAN para cada departamento.</a:t>
            </a:r>
          </a:p>
        </p:txBody>
      </p:sp>
    </p:spTree>
    <p:extLst>
      <p:ext uri="{BB962C8B-B14F-4D97-AF65-F5344CB8AC3E}">
        <p14:creationId xmlns:p14="http://schemas.microsoft.com/office/powerpoint/2010/main" val="2268248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912B86-C60F-BED9-B1A8-EFD405E0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Gracias </a:t>
            </a:r>
            <a:r>
              <a:rPr lang="en-US" sz="4800" dirty="0" err="1">
                <a:solidFill>
                  <a:schemeClr val="tx2"/>
                </a:solidFill>
              </a:rPr>
              <a:t>por</a:t>
            </a:r>
            <a:r>
              <a:rPr lang="en-US" sz="4800" dirty="0">
                <a:solidFill>
                  <a:schemeClr val="tx2"/>
                </a:solidFill>
              </a:rPr>
              <a:t> </a:t>
            </a:r>
            <a:r>
              <a:rPr lang="en-US" sz="4800" dirty="0" err="1">
                <a:solidFill>
                  <a:schemeClr val="tx2"/>
                </a:solidFill>
              </a:rPr>
              <a:t>su</a:t>
            </a:r>
            <a:r>
              <a:rPr lang="en-US" sz="4800" dirty="0">
                <a:solidFill>
                  <a:schemeClr val="tx2"/>
                </a:solidFill>
              </a:rPr>
              <a:t> </a:t>
            </a:r>
            <a:r>
              <a:rPr lang="en-US" sz="4800" dirty="0" err="1">
                <a:solidFill>
                  <a:schemeClr val="tx2"/>
                </a:solidFill>
              </a:rPr>
              <a:t>atención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22FBA6-3CFB-4CD5-C76C-C69C5EA57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4406871"/>
            <a:ext cx="3465681" cy="17098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Nombre: David Tío Vallejo</a:t>
            </a:r>
          </a:p>
          <a:p>
            <a:pPr>
              <a:lnSpc>
                <a:spcPct val="100000"/>
              </a:lnSpc>
            </a:pPr>
            <a:r>
              <a:rPr lang="en-US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Asignatura</a:t>
            </a:r>
            <a:r>
              <a:rPr lang="en-US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Redes Locales</a:t>
            </a:r>
          </a:p>
          <a:p>
            <a:pPr>
              <a:lnSpc>
                <a:spcPct val="100000"/>
              </a:lnSpc>
            </a:pPr>
            <a:r>
              <a:rPr lang="en-US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Empresa: Inmobiliaria Chamartin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Tipos de Redes PAN, LAN, WAN y MAN: ¿En qué consisten?">
            <a:extLst>
              <a:ext uri="{FF2B5EF4-FFF2-40B4-BE49-F238E27FC236}">
                <a16:creationId xmlns:a16="http://schemas.microsoft.com/office/drawing/2014/main" id="{EC2E3E60-BC0D-E214-11B2-8F1C44E13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366" y="1065629"/>
            <a:ext cx="7438426" cy="482564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48491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GestaltVTI</vt:lpstr>
      <vt:lpstr>Proyecto Inter Modular Redes Locales</vt:lpstr>
      <vt:lpstr>Introducción</vt:lpstr>
      <vt:lpstr>Analisis de necesidades</vt:lpstr>
      <vt:lpstr>Diseño de la red.</vt:lpstr>
      <vt:lpstr>Tabla de VLAN</vt:lpstr>
      <vt:lpstr>Switch central</vt:lpstr>
      <vt:lpstr>Configuración de los Switches de departamento</vt:lpstr>
      <vt:lpstr>Configuración DHCP</vt:lpstr>
      <vt:lpstr>Seguridad VLAN 70</vt:lpstr>
      <vt:lpstr>Pruebas de funcionamiento</vt:lpstr>
      <vt:lpstr>Conclusión</vt:lpstr>
      <vt:lpstr>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367</cp:revision>
  <dcterms:created xsi:type="dcterms:W3CDTF">2026-05-10T16:33:04Z</dcterms:created>
  <dcterms:modified xsi:type="dcterms:W3CDTF">2026-05-10T17:48:36Z</dcterms:modified>
</cp:coreProperties>
</file>